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0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CDDB89-8F07-4F4C-9440-D65B1A7677D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82D397C-1DA9-4DEB-B4EC-8D0EB9046847}">
      <dgm:prSet/>
      <dgm:spPr/>
      <dgm:t>
        <a:bodyPr/>
        <a:lstStyle/>
        <a:p>
          <a:pPr>
            <a:defRPr cap="all"/>
          </a:pPr>
          <a:r>
            <a:rPr lang="en-US"/>
            <a:t>Programmeertaal: Python</a:t>
          </a:r>
        </a:p>
      </dgm:t>
    </dgm:pt>
    <dgm:pt modelId="{00919DA2-1E48-445C-A07F-6BBDDE186409}" type="parTrans" cxnId="{87FD3D8D-F096-48AC-83FB-EC432A84FB49}">
      <dgm:prSet/>
      <dgm:spPr/>
      <dgm:t>
        <a:bodyPr/>
        <a:lstStyle/>
        <a:p>
          <a:endParaRPr lang="en-US"/>
        </a:p>
      </dgm:t>
    </dgm:pt>
    <dgm:pt modelId="{BEFAE890-24AA-4243-9749-17A0E71D1E62}" type="sibTrans" cxnId="{87FD3D8D-F096-48AC-83FB-EC432A84FB49}">
      <dgm:prSet/>
      <dgm:spPr/>
      <dgm:t>
        <a:bodyPr/>
        <a:lstStyle/>
        <a:p>
          <a:endParaRPr lang="en-US"/>
        </a:p>
      </dgm:t>
    </dgm:pt>
    <dgm:pt modelId="{87D1539C-9117-4548-9F88-10FA0766A6E1}">
      <dgm:prSet/>
      <dgm:spPr/>
      <dgm:t>
        <a:bodyPr/>
        <a:lstStyle/>
        <a:p>
          <a:pPr>
            <a:defRPr cap="all"/>
          </a:pPr>
          <a:r>
            <a:rPr lang="en-US"/>
            <a:t>Framework: Django</a:t>
          </a:r>
        </a:p>
      </dgm:t>
    </dgm:pt>
    <dgm:pt modelId="{3B81317F-41A6-4BE0-944F-F7A2EAF603E6}" type="parTrans" cxnId="{2596F9A5-628F-478B-AD90-C534A0E38EEC}">
      <dgm:prSet/>
      <dgm:spPr/>
      <dgm:t>
        <a:bodyPr/>
        <a:lstStyle/>
        <a:p>
          <a:endParaRPr lang="en-US"/>
        </a:p>
      </dgm:t>
    </dgm:pt>
    <dgm:pt modelId="{2E5DEF7F-627D-4D39-B482-924EAA52C476}" type="sibTrans" cxnId="{2596F9A5-628F-478B-AD90-C534A0E38EEC}">
      <dgm:prSet/>
      <dgm:spPr/>
      <dgm:t>
        <a:bodyPr/>
        <a:lstStyle/>
        <a:p>
          <a:endParaRPr lang="en-US"/>
        </a:p>
      </dgm:t>
    </dgm:pt>
    <dgm:pt modelId="{D169B36E-D52C-42DC-BA22-C628F3A83FF7}">
      <dgm:prSet/>
      <dgm:spPr/>
      <dgm:t>
        <a:bodyPr/>
        <a:lstStyle/>
        <a:p>
          <a:pPr>
            <a:defRPr cap="all"/>
          </a:pPr>
          <a:r>
            <a:rPr lang="en-US"/>
            <a:t>Realtime communicatie: WebSockets</a:t>
          </a:r>
        </a:p>
      </dgm:t>
    </dgm:pt>
    <dgm:pt modelId="{E8377FBD-CAD1-4082-8354-36A346D4C159}" type="parTrans" cxnId="{E542C851-D696-4414-87B4-18810DA6598A}">
      <dgm:prSet/>
      <dgm:spPr/>
      <dgm:t>
        <a:bodyPr/>
        <a:lstStyle/>
        <a:p>
          <a:endParaRPr lang="en-US"/>
        </a:p>
      </dgm:t>
    </dgm:pt>
    <dgm:pt modelId="{23F8B97C-34CA-482B-BF4A-50E56DB19E16}" type="sibTrans" cxnId="{E542C851-D696-4414-87B4-18810DA6598A}">
      <dgm:prSet/>
      <dgm:spPr/>
      <dgm:t>
        <a:bodyPr/>
        <a:lstStyle/>
        <a:p>
          <a:endParaRPr lang="en-US"/>
        </a:p>
      </dgm:t>
    </dgm:pt>
    <dgm:pt modelId="{E7BF74D0-7DDD-4529-8236-84C84A0B0ED8}">
      <dgm:prSet/>
      <dgm:spPr/>
      <dgm:t>
        <a:bodyPr/>
        <a:lstStyle/>
        <a:p>
          <a:pPr>
            <a:defRPr cap="all"/>
          </a:pPr>
          <a:r>
            <a:rPr lang="en-US"/>
            <a:t>Grafiek visualisatie: Matplotlib</a:t>
          </a:r>
        </a:p>
      </dgm:t>
    </dgm:pt>
    <dgm:pt modelId="{E13BF77D-D194-40BB-9640-988B4DCD9A51}" type="parTrans" cxnId="{C326336F-29A2-427A-9D64-35921CAD4196}">
      <dgm:prSet/>
      <dgm:spPr/>
      <dgm:t>
        <a:bodyPr/>
        <a:lstStyle/>
        <a:p>
          <a:endParaRPr lang="en-US"/>
        </a:p>
      </dgm:t>
    </dgm:pt>
    <dgm:pt modelId="{4E668F06-857F-48DE-8459-0CE96D706698}" type="sibTrans" cxnId="{C326336F-29A2-427A-9D64-35921CAD4196}">
      <dgm:prSet/>
      <dgm:spPr/>
      <dgm:t>
        <a:bodyPr/>
        <a:lstStyle/>
        <a:p>
          <a:endParaRPr lang="en-US"/>
        </a:p>
      </dgm:t>
    </dgm:pt>
    <dgm:pt modelId="{067ED466-F513-43C2-8D82-1364C7A42E54}">
      <dgm:prSet/>
      <dgm:spPr/>
      <dgm:t>
        <a:bodyPr/>
        <a:lstStyle/>
        <a:p>
          <a:pPr>
            <a:defRPr cap="all"/>
          </a:pPr>
          <a:r>
            <a:rPr lang="en-US"/>
            <a:t>Architectuur: 5-Layer Architecture</a:t>
          </a:r>
        </a:p>
      </dgm:t>
    </dgm:pt>
    <dgm:pt modelId="{56027BDF-DE9B-401A-88BB-CBD08503653A}" type="parTrans" cxnId="{6C32A3EC-14B4-4603-B102-E3906901F2F3}">
      <dgm:prSet/>
      <dgm:spPr/>
      <dgm:t>
        <a:bodyPr/>
        <a:lstStyle/>
        <a:p>
          <a:endParaRPr lang="en-US"/>
        </a:p>
      </dgm:t>
    </dgm:pt>
    <dgm:pt modelId="{1FC6C3EC-A4DD-450A-966D-78CD2D370A1A}" type="sibTrans" cxnId="{6C32A3EC-14B4-4603-B102-E3906901F2F3}">
      <dgm:prSet/>
      <dgm:spPr/>
      <dgm:t>
        <a:bodyPr/>
        <a:lstStyle/>
        <a:p>
          <a:endParaRPr lang="en-US"/>
        </a:p>
      </dgm:t>
    </dgm:pt>
    <dgm:pt modelId="{E298016C-AA27-489B-A55A-6BB8E47F6367}" type="pres">
      <dgm:prSet presAssocID="{31CDDB89-8F07-4F4C-9440-D65B1A7677D9}" presName="vert0" presStyleCnt="0">
        <dgm:presLayoutVars>
          <dgm:dir/>
          <dgm:animOne val="branch"/>
          <dgm:animLvl val="lvl"/>
        </dgm:presLayoutVars>
      </dgm:prSet>
      <dgm:spPr/>
    </dgm:pt>
    <dgm:pt modelId="{865DCA04-69E4-45BF-A4E1-CD53259C3A72}" type="pres">
      <dgm:prSet presAssocID="{682D397C-1DA9-4DEB-B4EC-8D0EB9046847}" presName="thickLine" presStyleLbl="alignNode1" presStyleIdx="0" presStyleCnt="5"/>
      <dgm:spPr/>
    </dgm:pt>
    <dgm:pt modelId="{978FB748-E255-4603-A70F-D5C73EA9B80E}" type="pres">
      <dgm:prSet presAssocID="{682D397C-1DA9-4DEB-B4EC-8D0EB9046847}" presName="horz1" presStyleCnt="0"/>
      <dgm:spPr/>
    </dgm:pt>
    <dgm:pt modelId="{7FDE0C05-465C-4CFF-BEC8-A5CB71EDCED0}" type="pres">
      <dgm:prSet presAssocID="{682D397C-1DA9-4DEB-B4EC-8D0EB9046847}" presName="tx1" presStyleLbl="revTx" presStyleIdx="0" presStyleCnt="5"/>
      <dgm:spPr/>
    </dgm:pt>
    <dgm:pt modelId="{02C702C7-1D01-4A5C-B241-ADE07570C10C}" type="pres">
      <dgm:prSet presAssocID="{682D397C-1DA9-4DEB-B4EC-8D0EB9046847}" presName="vert1" presStyleCnt="0"/>
      <dgm:spPr/>
    </dgm:pt>
    <dgm:pt modelId="{63213AFD-EE19-4822-8F11-7F4A1296941D}" type="pres">
      <dgm:prSet presAssocID="{87D1539C-9117-4548-9F88-10FA0766A6E1}" presName="thickLine" presStyleLbl="alignNode1" presStyleIdx="1" presStyleCnt="5"/>
      <dgm:spPr/>
    </dgm:pt>
    <dgm:pt modelId="{6F0D7761-8AAF-444F-91BD-3FA7599BBCFA}" type="pres">
      <dgm:prSet presAssocID="{87D1539C-9117-4548-9F88-10FA0766A6E1}" presName="horz1" presStyleCnt="0"/>
      <dgm:spPr/>
    </dgm:pt>
    <dgm:pt modelId="{0F9F1DE6-1804-4152-9FF5-F1A354318B66}" type="pres">
      <dgm:prSet presAssocID="{87D1539C-9117-4548-9F88-10FA0766A6E1}" presName="tx1" presStyleLbl="revTx" presStyleIdx="1" presStyleCnt="5"/>
      <dgm:spPr/>
    </dgm:pt>
    <dgm:pt modelId="{790DFF6E-679B-48A0-9702-D3733E696338}" type="pres">
      <dgm:prSet presAssocID="{87D1539C-9117-4548-9F88-10FA0766A6E1}" presName="vert1" presStyleCnt="0"/>
      <dgm:spPr/>
    </dgm:pt>
    <dgm:pt modelId="{3F335703-19CC-428B-B229-72173ADCF76F}" type="pres">
      <dgm:prSet presAssocID="{D169B36E-D52C-42DC-BA22-C628F3A83FF7}" presName="thickLine" presStyleLbl="alignNode1" presStyleIdx="2" presStyleCnt="5"/>
      <dgm:spPr/>
    </dgm:pt>
    <dgm:pt modelId="{18A5C82E-9B18-4E81-93A7-886F24FE715D}" type="pres">
      <dgm:prSet presAssocID="{D169B36E-D52C-42DC-BA22-C628F3A83FF7}" presName="horz1" presStyleCnt="0"/>
      <dgm:spPr/>
    </dgm:pt>
    <dgm:pt modelId="{1C11D7A8-8974-4CB2-B018-7A2A667159CD}" type="pres">
      <dgm:prSet presAssocID="{D169B36E-D52C-42DC-BA22-C628F3A83FF7}" presName="tx1" presStyleLbl="revTx" presStyleIdx="2" presStyleCnt="5"/>
      <dgm:spPr/>
    </dgm:pt>
    <dgm:pt modelId="{B4588F43-76FC-4D0A-8343-425DD21B9471}" type="pres">
      <dgm:prSet presAssocID="{D169B36E-D52C-42DC-BA22-C628F3A83FF7}" presName="vert1" presStyleCnt="0"/>
      <dgm:spPr/>
    </dgm:pt>
    <dgm:pt modelId="{992D8E70-7242-4C03-832B-C66EDD9F7201}" type="pres">
      <dgm:prSet presAssocID="{E7BF74D0-7DDD-4529-8236-84C84A0B0ED8}" presName="thickLine" presStyleLbl="alignNode1" presStyleIdx="3" presStyleCnt="5"/>
      <dgm:spPr/>
    </dgm:pt>
    <dgm:pt modelId="{7EB55D08-5172-459E-8EDF-89F815DA2928}" type="pres">
      <dgm:prSet presAssocID="{E7BF74D0-7DDD-4529-8236-84C84A0B0ED8}" presName="horz1" presStyleCnt="0"/>
      <dgm:spPr/>
    </dgm:pt>
    <dgm:pt modelId="{5113DC33-4164-4E45-A1F7-A91FE96190F1}" type="pres">
      <dgm:prSet presAssocID="{E7BF74D0-7DDD-4529-8236-84C84A0B0ED8}" presName="tx1" presStyleLbl="revTx" presStyleIdx="3" presStyleCnt="5"/>
      <dgm:spPr/>
    </dgm:pt>
    <dgm:pt modelId="{6CD583AC-C103-4CFA-931B-724DC0E8A96A}" type="pres">
      <dgm:prSet presAssocID="{E7BF74D0-7DDD-4529-8236-84C84A0B0ED8}" presName="vert1" presStyleCnt="0"/>
      <dgm:spPr/>
    </dgm:pt>
    <dgm:pt modelId="{4FDE6C7B-7768-4276-A79F-B4664845B207}" type="pres">
      <dgm:prSet presAssocID="{067ED466-F513-43C2-8D82-1364C7A42E54}" presName="thickLine" presStyleLbl="alignNode1" presStyleIdx="4" presStyleCnt="5"/>
      <dgm:spPr/>
    </dgm:pt>
    <dgm:pt modelId="{F7DAC335-2367-433A-989E-BCC820B157F7}" type="pres">
      <dgm:prSet presAssocID="{067ED466-F513-43C2-8D82-1364C7A42E54}" presName="horz1" presStyleCnt="0"/>
      <dgm:spPr/>
    </dgm:pt>
    <dgm:pt modelId="{0F86932B-E532-4E69-9AB1-2B073B318C2A}" type="pres">
      <dgm:prSet presAssocID="{067ED466-F513-43C2-8D82-1364C7A42E54}" presName="tx1" presStyleLbl="revTx" presStyleIdx="4" presStyleCnt="5"/>
      <dgm:spPr/>
    </dgm:pt>
    <dgm:pt modelId="{F5049D23-F9E6-4D03-B207-DB65215751A0}" type="pres">
      <dgm:prSet presAssocID="{067ED466-F513-43C2-8D82-1364C7A42E54}" presName="vert1" presStyleCnt="0"/>
      <dgm:spPr/>
    </dgm:pt>
  </dgm:ptLst>
  <dgm:cxnLst>
    <dgm:cxn modelId="{18AD0E00-D588-4D6D-B591-DB8C8D09AAF5}" type="presOf" srcId="{067ED466-F513-43C2-8D82-1364C7A42E54}" destId="{0F86932B-E532-4E69-9AB1-2B073B318C2A}" srcOrd="0" destOrd="0" presId="urn:microsoft.com/office/officeart/2008/layout/LinedList"/>
    <dgm:cxn modelId="{27A79139-FED5-412D-9FEC-3DD36A97F4F0}" type="presOf" srcId="{D169B36E-D52C-42DC-BA22-C628F3A83FF7}" destId="{1C11D7A8-8974-4CB2-B018-7A2A667159CD}" srcOrd="0" destOrd="0" presId="urn:microsoft.com/office/officeart/2008/layout/LinedList"/>
    <dgm:cxn modelId="{7B68033C-B5AF-4FD3-823E-3E57C5517677}" type="presOf" srcId="{87D1539C-9117-4548-9F88-10FA0766A6E1}" destId="{0F9F1DE6-1804-4152-9FF5-F1A354318B66}" srcOrd="0" destOrd="0" presId="urn:microsoft.com/office/officeart/2008/layout/LinedList"/>
    <dgm:cxn modelId="{C3FA154A-BC5E-4F82-B6B5-CB7534C6A0A5}" type="presOf" srcId="{E7BF74D0-7DDD-4529-8236-84C84A0B0ED8}" destId="{5113DC33-4164-4E45-A1F7-A91FE96190F1}" srcOrd="0" destOrd="0" presId="urn:microsoft.com/office/officeart/2008/layout/LinedList"/>
    <dgm:cxn modelId="{C326336F-29A2-427A-9D64-35921CAD4196}" srcId="{31CDDB89-8F07-4F4C-9440-D65B1A7677D9}" destId="{E7BF74D0-7DDD-4529-8236-84C84A0B0ED8}" srcOrd="3" destOrd="0" parTransId="{E13BF77D-D194-40BB-9640-988B4DCD9A51}" sibTransId="{4E668F06-857F-48DE-8459-0CE96D706698}"/>
    <dgm:cxn modelId="{E542C851-D696-4414-87B4-18810DA6598A}" srcId="{31CDDB89-8F07-4F4C-9440-D65B1A7677D9}" destId="{D169B36E-D52C-42DC-BA22-C628F3A83FF7}" srcOrd="2" destOrd="0" parTransId="{E8377FBD-CAD1-4082-8354-36A346D4C159}" sibTransId="{23F8B97C-34CA-482B-BF4A-50E56DB19E16}"/>
    <dgm:cxn modelId="{87FD3D8D-F096-48AC-83FB-EC432A84FB49}" srcId="{31CDDB89-8F07-4F4C-9440-D65B1A7677D9}" destId="{682D397C-1DA9-4DEB-B4EC-8D0EB9046847}" srcOrd="0" destOrd="0" parTransId="{00919DA2-1E48-445C-A07F-6BBDDE186409}" sibTransId="{BEFAE890-24AA-4243-9749-17A0E71D1E62}"/>
    <dgm:cxn modelId="{2596F9A5-628F-478B-AD90-C534A0E38EEC}" srcId="{31CDDB89-8F07-4F4C-9440-D65B1A7677D9}" destId="{87D1539C-9117-4548-9F88-10FA0766A6E1}" srcOrd="1" destOrd="0" parTransId="{3B81317F-41A6-4BE0-944F-F7A2EAF603E6}" sibTransId="{2E5DEF7F-627D-4D39-B482-924EAA52C476}"/>
    <dgm:cxn modelId="{71EE6EC5-7E86-4905-8AB9-D41B09F15543}" type="presOf" srcId="{31CDDB89-8F07-4F4C-9440-D65B1A7677D9}" destId="{E298016C-AA27-489B-A55A-6BB8E47F6367}" srcOrd="0" destOrd="0" presId="urn:microsoft.com/office/officeart/2008/layout/LinedList"/>
    <dgm:cxn modelId="{6C32A3EC-14B4-4603-B102-E3906901F2F3}" srcId="{31CDDB89-8F07-4F4C-9440-D65B1A7677D9}" destId="{067ED466-F513-43C2-8D82-1364C7A42E54}" srcOrd="4" destOrd="0" parTransId="{56027BDF-DE9B-401A-88BB-CBD08503653A}" sibTransId="{1FC6C3EC-A4DD-450A-966D-78CD2D370A1A}"/>
    <dgm:cxn modelId="{EEA54DF2-1CFE-4172-A834-CA86799C4A82}" type="presOf" srcId="{682D397C-1DA9-4DEB-B4EC-8D0EB9046847}" destId="{7FDE0C05-465C-4CFF-BEC8-A5CB71EDCED0}" srcOrd="0" destOrd="0" presId="urn:microsoft.com/office/officeart/2008/layout/LinedList"/>
    <dgm:cxn modelId="{0532B9EA-DB6F-4D5B-A356-593C7D6A3ADA}" type="presParOf" srcId="{E298016C-AA27-489B-A55A-6BB8E47F6367}" destId="{865DCA04-69E4-45BF-A4E1-CD53259C3A72}" srcOrd="0" destOrd="0" presId="urn:microsoft.com/office/officeart/2008/layout/LinedList"/>
    <dgm:cxn modelId="{2A4DC02E-8993-496B-BFCB-FC3D9C35D02F}" type="presParOf" srcId="{E298016C-AA27-489B-A55A-6BB8E47F6367}" destId="{978FB748-E255-4603-A70F-D5C73EA9B80E}" srcOrd="1" destOrd="0" presId="urn:microsoft.com/office/officeart/2008/layout/LinedList"/>
    <dgm:cxn modelId="{B75B48EB-86A6-4D25-B957-893AE65126C0}" type="presParOf" srcId="{978FB748-E255-4603-A70F-D5C73EA9B80E}" destId="{7FDE0C05-465C-4CFF-BEC8-A5CB71EDCED0}" srcOrd="0" destOrd="0" presId="urn:microsoft.com/office/officeart/2008/layout/LinedList"/>
    <dgm:cxn modelId="{D0BBE253-7B63-41B9-9049-D4056C70E765}" type="presParOf" srcId="{978FB748-E255-4603-A70F-D5C73EA9B80E}" destId="{02C702C7-1D01-4A5C-B241-ADE07570C10C}" srcOrd="1" destOrd="0" presId="urn:microsoft.com/office/officeart/2008/layout/LinedList"/>
    <dgm:cxn modelId="{EA0BA024-ACCC-4BA1-92D7-AED70C8037C5}" type="presParOf" srcId="{E298016C-AA27-489B-A55A-6BB8E47F6367}" destId="{63213AFD-EE19-4822-8F11-7F4A1296941D}" srcOrd="2" destOrd="0" presId="urn:microsoft.com/office/officeart/2008/layout/LinedList"/>
    <dgm:cxn modelId="{BF01D7F5-C49F-4537-AC37-B860C220CA76}" type="presParOf" srcId="{E298016C-AA27-489B-A55A-6BB8E47F6367}" destId="{6F0D7761-8AAF-444F-91BD-3FA7599BBCFA}" srcOrd="3" destOrd="0" presId="urn:microsoft.com/office/officeart/2008/layout/LinedList"/>
    <dgm:cxn modelId="{53703042-18FC-417D-8E95-59A7EC473FB8}" type="presParOf" srcId="{6F0D7761-8AAF-444F-91BD-3FA7599BBCFA}" destId="{0F9F1DE6-1804-4152-9FF5-F1A354318B66}" srcOrd="0" destOrd="0" presId="urn:microsoft.com/office/officeart/2008/layout/LinedList"/>
    <dgm:cxn modelId="{95D910CC-1E15-45C3-9DD2-1B96BD4CC321}" type="presParOf" srcId="{6F0D7761-8AAF-444F-91BD-3FA7599BBCFA}" destId="{790DFF6E-679B-48A0-9702-D3733E696338}" srcOrd="1" destOrd="0" presId="urn:microsoft.com/office/officeart/2008/layout/LinedList"/>
    <dgm:cxn modelId="{5F11EC0F-0D4A-44F1-9469-426ECEB3C9F9}" type="presParOf" srcId="{E298016C-AA27-489B-A55A-6BB8E47F6367}" destId="{3F335703-19CC-428B-B229-72173ADCF76F}" srcOrd="4" destOrd="0" presId="urn:microsoft.com/office/officeart/2008/layout/LinedList"/>
    <dgm:cxn modelId="{D5DB6036-8923-45EA-9B15-6711D37FB91C}" type="presParOf" srcId="{E298016C-AA27-489B-A55A-6BB8E47F6367}" destId="{18A5C82E-9B18-4E81-93A7-886F24FE715D}" srcOrd="5" destOrd="0" presId="urn:microsoft.com/office/officeart/2008/layout/LinedList"/>
    <dgm:cxn modelId="{0A3A74FF-86AC-45A2-9256-9546E0A445C7}" type="presParOf" srcId="{18A5C82E-9B18-4E81-93A7-886F24FE715D}" destId="{1C11D7A8-8974-4CB2-B018-7A2A667159CD}" srcOrd="0" destOrd="0" presId="urn:microsoft.com/office/officeart/2008/layout/LinedList"/>
    <dgm:cxn modelId="{53774065-9C31-46EB-9724-6DD5DDB8ACC4}" type="presParOf" srcId="{18A5C82E-9B18-4E81-93A7-886F24FE715D}" destId="{B4588F43-76FC-4D0A-8343-425DD21B9471}" srcOrd="1" destOrd="0" presId="urn:microsoft.com/office/officeart/2008/layout/LinedList"/>
    <dgm:cxn modelId="{0B86AE7D-3165-4C2B-B38D-05ADC7054628}" type="presParOf" srcId="{E298016C-AA27-489B-A55A-6BB8E47F6367}" destId="{992D8E70-7242-4C03-832B-C66EDD9F7201}" srcOrd="6" destOrd="0" presId="urn:microsoft.com/office/officeart/2008/layout/LinedList"/>
    <dgm:cxn modelId="{C0DD43BD-BF5E-4167-8A2F-256B028AB89A}" type="presParOf" srcId="{E298016C-AA27-489B-A55A-6BB8E47F6367}" destId="{7EB55D08-5172-459E-8EDF-89F815DA2928}" srcOrd="7" destOrd="0" presId="urn:microsoft.com/office/officeart/2008/layout/LinedList"/>
    <dgm:cxn modelId="{01962E4F-E86E-4A49-9E7C-6AB70CA8101C}" type="presParOf" srcId="{7EB55D08-5172-459E-8EDF-89F815DA2928}" destId="{5113DC33-4164-4E45-A1F7-A91FE96190F1}" srcOrd="0" destOrd="0" presId="urn:microsoft.com/office/officeart/2008/layout/LinedList"/>
    <dgm:cxn modelId="{2DBD8FAC-9D4B-4287-B092-7E21C4B71FA1}" type="presParOf" srcId="{7EB55D08-5172-459E-8EDF-89F815DA2928}" destId="{6CD583AC-C103-4CFA-931B-724DC0E8A96A}" srcOrd="1" destOrd="0" presId="urn:microsoft.com/office/officeart/2008/layout/LinedList"/>
    <dgm:cxn modelId="{DFAA179D-8FC6-4F27-800D-77714265255C}" type="presParOf" srcId="{E298016C-AA27-489B-A55A-6BB8E47F6367}" destId="{4FDE6C7B-7768-4276-A79F-B4664845B207}" srcOrd="8" destOrd="0" presId="urn:microsoft.com/office/officeart/2008/layout/LinedList"/>
    <dgm:cxn modelId="{B41D4339-2D71-49FC-B87F-8A7EECA259F4}" type="presParOf" srcId="{E298016C-AA27-489B-A55A-6BB8E47F6367}" destId="{F7DAC335-2367-433A-989E-BCC820B157F7}" srcOrd="9" destOrd="0" presId="urn:microsoft.com/office/officeart/2008/layout/LinedList"/>
    <dgm:cxn modelId="{BBEED56C-7830-4C02-87B8-9650F3F065B5}" type="presParOf" srcId="{F7DAC335-2367-433A-989E-BCC820B157F7}" destId="{0F86932B-E532-4E69-9AB1-2B073B318C2A}" srcOrd="0" destOrd="0" presId="urn:microsoft.com/office/officeart/2008/layout/LinedList"/>
    <dgm:cxn modelId="{0DBFF8A2-564A-4E90-A256-9A98529E4509}" type="presParOf" srcId="{F7DAC335-2367-433A-989E-BCC820B157F7}" destId="{F5049D23-F9E6-4D03-B207-DB65215751A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B8ACA2-E9AF-40F3-8C48-B6CF504522F7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C1D762C-81A1-4BF9-B2F3-D162ACF2E0EC}">
      <dgm:prSet/>
      <dgm:spPr/>
      <dgm:t>
        <a:bodyPr/>
        <a:lstStyle/>
        <a:p>
          <a:r>
            <a:rPr lang="en-US"/>
            <a:t>Een WebSocket is een persistente, bidirectionele verbinding</a:t>
          </a:r>
        </a:p>
      </dgm:t>
    </dgm:pt>
    <dgm:pt modelId="{1934067E-AE51-46E8-8E4D-90ED6C2ACBCD}" type="parTrans" cxnId="{667C39CC-D6C0-4BB2-B716-9D58EF3BE156}">
      <dgm:prSet/>
      <dgm:spPr/>
      <dgm:t>
        <a:bodyPr/>
        <a:lstStyle/>
        <a:p>
          <a:endParaRPr lang="en-US"/>
        </a:p>
      </dgm:t>
    </dgm:pt>
    <dgm:pt modelId="{9D68F49C-8C95-4D49-B01B-9EF57B233256}" type="sibTrans" cxnId="{667C39CC-D6C0-4BB2-B716-9D58EF3BE156}">
      <dgm:prSet/>
      <dgm:spPr/>
      <dgm:t>
        <a:bodyPr/>
        <a:lstStyle/>
        <a:p>
          <a:endParaRPr lang="en-US"/>
        </a:p>
      </dgm:t>
    </dgm:pt>
    <dgm:pt modelId="{D85DD0C7-0AB2-4F45-8AC6-0F93A5DD04F6}">
      <dgm:prSet/>
      <dgm:spPr/>
      <dgm:t>
        <a:bodyPr/>
        <a:lstStyle/>
        <a:p>
          <a:r>
            <a:rPr lang="en-US"/>
            <a:t>Blijft open tussen client en server</a:t>
          </a:r>
        </a:p>
      </dgm:t>
    </dgm:pt>
    <dgm:pt modelId="{B128DCDA-492B-47C4-AF1C-22A3A3EC19AD}" type="parTrans" cxnId="{533EBBE4-1D55-495F-A44F-211F8F49E906}">
      <dgm:prSet/>
      <dgm:spPr/>
      <dgm:t>
        <a:bodyPr/>
        <a:lstStyle/>
        <a:p>
          <a:endParaRPr lang="en-US"/>
        </a:p>
      </dgm:t>
    </dgm:pt>
    <dgm:pt modelId="{D83F8E6D-EB26-409A-8DC8-46F3023E556C}" type="sibTrans" cxnId="{533EBBE4-1D55-495F-A44F-211F8F49E906}">
      <dgm:prSet/>
      <dgm:spPr/>
      <dgm:t>
        <a:bodyPr/>
        <a:lstStyle/>
        <a:p>
          <a:endParaRPr lang="en-US"/>
        </a:p>
      </dgm:t>
    </dgm:pt>
    <dgm:pt modelId="{C8135D0F-F371-425B-B9AE-7AF72EDA95DC}">
      <dgm:prSet/>
      <dgm:spPr/>
      <dgm:t>
        <a:bodyPr/>
        <a:lstStyle/>
        <a:p>
          <a:r>
            <a:rPr lang="en-US"/>
            <a:t>Server kan data pushen zonder nieuwe request</a:t>
          </a:r>
        </a:p>
      </dgm:t>
    </dgm:pt>
    <dgm:pt modelId="{64E40811-A967-453D-B962-B460254A23CC}" type="parTrans" cxnId="{3BA069F4-57BD-421D-B58C-20366A7E2D34}">
      <dgm:prSet/>
      <dgm:spPr/>
      <dgm:t>
        <a:bodyPr/>
        <a:lstStyle/>
        <a:p>
          <a:endParaRPr lang="en-US"/>
        </a:p>
      </dgm:t>
    </dgm:pt>
    <dgm:pt modelId="{3EA456F9-0B54-48A7-8052-BA040A88D046}" type="sibTrans" cxnId="{3BA069F4-57BD-421D-B58C-20366A7E2D34}">
      <dgm:prSet/>
      <dgm:spPr/>
      <dgm:t>
        <a:bodyPr/>
        <a:lstStyle/>
        <a:p>
          <a:endParaRPr lang="en-US"/>
        </a:p>
      </dgm:t>
    </dgm:pt>
    <dgm:pt modelId="{AFA15510-701C-4024-A402-7604F4BBDD46}">
      <dgm:prSet/>
      <dgm:spPr/>
      <dgm:t>
        <a:bodyPr/>
        <a:lstStyle/>
        <a:p>
          <a:r>
            <a:rPr lang="en-US"/>
            <a:t>Ideaal voor real-time applicaties</a:t>
          </a:r>
        </a:p>
      </dgm:t>
    </dgm:pt>
    <dgm:pt modelId="{20EE14EF-E25A-435F-BF32-708D400C8EA5}" type="parTrans" cxnId="{9ACCB3CD-D546-4113-BEB8-C3F92109BB09}">
      <dgm:prSet/>
      <dgm:spPr/>
      <dgm:t>
        <a:bodyPr/>
        <a:lstStyle/>
        <a:p>
          <a:endParaRPr lang="en-US"/>
        </a:p>
      </dgm:t>
    </dgm:pt>
    <dgm:pt modelId="{AAC70E44-32AB-4C3A-9DF9-38542823457E}" type="sibTrans" cxnId="{9ACCB3CD-D546-4113-BEB8-C3F92109BB09}">
      <dgm:prSet/>
      <dgm:spPr/>
      <dgm:t>
        <a:bodyPr/>
        <a:lstStyle/>
        <a:p>
          <a:endParaRPr lang="en-US"/>
        </a:p>
      </dgm:t>
    </dgm:pt>
    <dgm:pt modelId="{51A93183-9CEF-42E7-BA67-CD81E1C59E90}" type="pres">
      <dgm:prSet presAssocID="{CBB8ACA2-E9AF-40F3-8C48-B6CF504522F7}" presName="vert0" presStyleCnt="0">
        <dgm:presLayoutVars>
          <dgm:dir/>
          <dgm:animOne val="branch"/>
          <dgm:animLvl val="lvl"/>
        </dgm:presLayoutVars>
      </dgm:prSet>
      <dgm:spPr/>
    </dgm:pt>
    <dgm:pt modelId="{28D99B25-F979-4C25-87F4-C3F9820DFE23}" type="pres">
      <dgm:prSet presAssocID="{AC1D762C-81A1-4BF9-B2F3-D162ACF2E0EC}" presName="thickLine" presStyleLbl="alignNode1" presStyleIdx="0" presStyleCnt="4"/>
      <dgm:spPr/>
    </dgm:pt>
    <dgm:pt modelId="{448E6A0C-EFDB-4D9D-82D1-2CC9A6E47050}" type="pres">
      <dgm:prSet presAssocID="{AC1D762C-81A1-4BF9-B2F3-D162ACF2E0EC}" presName="horz1" presStyleCnt="0"/>
      <dgm:spPr/>
    </dgm:pt>
    <dgm:pt modelId="{1360ED11-0B87-42C0-B712-AE83F057EE5C}" type="pres">
      <dgm:prSet presAssocID="{AC1D762C-81A1-4BF9-B2F3-D162ACF2E0EC}" presName="tx1" presStyleLbl="revTx" presStyleIdx="0" presStyleCnt="4"/>
      <dgm:spPr/>
    </dgm:pt>
    <dgm:pt modelId="{34FA7D45-99CE-4926-90FC-43750313756F}" type="pres">
      <dgm:prSet presAssocID="{AC1D762C-81A1-4BF9-B2F3-D162ACF2E0EC}" presName="vert1" presStyleCnt="0"/>
      <dgm:spPr/>
    </dgm:pt>
    <dgm:pt modelId="{5908678F-A5A6-442F-A28A-D8A551AFA3F9}" type="pres">
      <dgm:prSet presAssocID="{D85DD0C7-0AB2-4F45-8AC6-0F93A5DD04F6}" presName="thickLine" presStyleLbl="alignNode1" presStyleIdx="1" presStyleCnt="4"/>
      <dgm:spPr/>
    </dgm:pt>
    <dgm:pt modelId="{EEDEBAEC-CD4F-4FB2-AB0C-FF64D53B2727}" type="pres">
      <dgm:prSet presAssocID="{D85DD0C7-0AB2-4F45-8AC6-0F93A5DD04F6}" presName="horz1" presStyleCnt="0"/>
      <dgm:spPr/>
    </dgm:pt>
    <dgm:pt modelId="{2EB6CBD9-D40F-4CDD-BB1C-FE9ADB443803}" type="pres">
      <dgm:prSet presAssocID="{D85DD0C7-0AB2-4F45-8AC6-0F93A5DD04F6}" presName="tx1" presStyleLbl="revTx" presStyleIdx="1" presStyleCnt="4"/>
      <dgm:spPr/>
    </dgm:pt>
    <dgm:pt modelId="{3BA53CEF-7C28-441E-9A4C-6092581B4EAD}" type="pres">
      <dgm:prSet presAssocID="{D85DD0C7-0AB2-4F45-8AC6-0F93A5DD04F6}" presName="vert1" presStyleCnt="0"/>
      <dgm:spPr/>
    </dgm:pt>
    <dgm:pt modelId="{19A92FD3-CA5C-47B5-AE05-591CB7AAB94E}" type="pres">
      <dgm:prSet presAssocID="{C8135D0F-F371-425B-B9AE-7AF72EDA95DC}" presName="thickLine" presStyleLbl="alignNode1" presStyleIdx="2" presStyleCnt="4"/>
      <dgm:spPr/>
    </dgm:pt>
    <dgm:pt modelId="{47406105-C4B8-4EF8-AD52-A1C30F380E3C}" type="pres">
      <dgm:prSet presAssocID="{C8135D0F-F371-425B-B9AE-7AF72EDA95DC}" presName="horz1" presStyleCnt="0"/>
      <dgm:spPr/>
    </dgm:pt>
    <dgm:pt modelId="{C8CD7499-6250-45C1-99D6-D784F4008AEF}" type="pres">
      <dgm:prSet presAssocID="{C8135D0F-F371-425B-B9AE-7AF72EDA95DC}" presName="tx1" presStyleLbl="revTx" presStyleIdx="2" presStyleCnt="4"/>
      <dgm:spPr/>
    </dgm:pt>
    <dgm:pt modelId="{2BAA5808-CB55-42E8-9C66-9BA8D7D9A4DB}" type="pres">
      <dgm:prSet presAssocID="{C8135D0F-F371-425B-B9AE-7AF72EDA95DC}" presName="vert1" presStyleCnt="0"/>
      <dgm:spPr/>
    </dgm:pt>
    <dgm:pt modelId="{31DB5295-59F6-40B4-A2F4-D9C7003395BA}" type="pres">
      <dgm:prSet presAssocID="{AFA15510-701C-4024-A402-7604F4BBDD46}" presName="thickLine" presStyleLbl="alignNode1" presStyleIdx="3" presStyleCnt="4"/>
      <dgm:spPr/>
    </dgm:pt>
    <dgm:pt modelId="{E704975D-DB51-4EEE-9977-955A9F34FB0B}" type="pres">
      <dgm:prSet presAssocID="{AFA15510-701C-4024-A402-7604F4BBDD46}" presName="horz1" presStyleCnt="0"/>
      <dgm:spPr/>
    </dgm:pt>
    <dgm:pt modelId="{01F76AEE-DF4A-4972-97D0-9236B8F276AB}" type="pres">
      <dgm:prSet presAssocID="{AFA15510-701C-4024-A402-7604F4BBDD46}" presName="tx1" presStyleLbl="revTx" presStyleIdx="3" presStyleCnt="4"/>
      <dgm:spPr/>
    </dgm:pt>
    <dgm:pt modelId="{424D44D5-A76C-4467-9AA6-89708CB979C0}" type="pres">
      <dgm:prSet presAssocID="{AFA15510-701C-4024-A402-7604F4BBDD46}" presName="vert1" presStyleCnt="0"/>
      <dgm:spPr/>
    </dgm:pt>
  </dgm:ptLst>
  <dgm:cxnLst>
    <dgm:cxn modelId="{50B1807F-9ACC-4AC0-9861-C14582A8CB47}" type="presOf" srcId="{AC1D762C-81A1-4BF9-B2F3-D162ACF2E0EC}" destId="{1360ED11-0B87-42C0-B712-AE83F057EE5C}" srcOrd="0" destOrd="0" presId="urn:microsoft.com/office/officeart/2008/layout/LinedList"/>
    <dgm:cxn modelId="{C1BA8C98-7659-4E74-B2F3-CD8870543CE7}" type="presOf" srcId="{D85DD0C7-0AB2-4F45-8AC6-0F93A5DD04F6}" destId="{2EB6CBD9-D40F-4CDD-BB1C-FE9ADB443803}" srcOrd="0" destOrd="0" presId="urn:microsoft.com/office/officeart/2008/layout/LinedList"/>
    <dgm:cxn modelId="{667C39CC-D6C0-4BB2-B716-9D58EF3BE156}" srcId="{CBB8ACA2-E9AF-40F3-8C48-B6CF504522F7}" destId="{AC1D762C-81A1-4BF9-B2F3-D162ACF2E0EC}" srcOrd="0" destOrd="0" parTransId="{1934067E-AE51-46E8-8E4D-90ED6C2ACBCD}" sibTransId="{9D68F49C-8C95-4D49-B01B-9EF57B233256}"/>
    <dgm:cxn modelId="{9ACCB3CD-D546-4113-BEB8-C3F92109BB09}" srcId="{CBB8ACA2-E9AF-40F3-8C48-B6CF504522F7}" destId="{AFA15510-701C-4024-A402-7604F4BBDD46}" srcOrd="3" destOrd="0" parTransId="{20EE14EF-E25A-435F-BF32-708D400C8EA5}" sibTransId="{AAC70E44-32AB-4C3A-9DF9-38542823457E}"/>
    <dgm:cxn modelId="{533EBBE4-1D55-495F-A44F-211F8F49E906}" srcId="{CBB8ACA2-E9AF-40F3-8C48-B6CF504522F7}" destId="{D85DD0C7-0AB2-4F45-8AC6-0F93A5DD04F6}" srcOrd="1" destOrd="0" parTransId="{B128DCDA-492B-47C4-AF1C-22A3A3EC19AD}" sibTransId="{D83F8E6D-EB26-409A-8DC8-46F3023E556C}"/>
    <dgm:cxn modelId="{DBCC88E5-92AF-4E78-9AD6-AAFF3A3BA44B}" type="presOf" srcId="{C8135D0F-F371-425B-B9AE-7AF72EDA95DC}" destId="{C8CD7499-6250-45C1-99D6-D784F4008AEF}" srcOrd="0" destOrd="0" presId="urn:microsoft.com/office/officeart/2008/layout/LinedList"/>
    <dgm:cxn modelId="{2850CDEC-5649-482E-A9A7-E9C78715CF1C}" type="presOf" srcId="{CBB8ACA2-E9AF-40F3-8C48-B6CF504522F7}" destId="{51A93183-9CEF-42E7-BA67-CD81E1C59E90}" srcOrd="0" destOrd="0" presId="urn:microsoft.com/office/officeart/2008/layout/LinedList"/>
    <dgm:cxn modelId="{3BA069F4-57BD-421D-B58C-20366A7E2D34}" srcId="{CBB8ACA2-E9AF-40F3-8C48-B6CF504522F7}" destId="{C8135D0F-F371-425B-B9AE-7AF72EDA95DC}" srcOrd="2" destOrd="0" parTransId="{64E40811-A967-453D-B962-B460254A23CC}" sibTransId="{3EA456F9-0B54-48A7-8052-BA040A88D046}"/>
    <dgm:cxn modelId="{FCEC64F7-53E1-4F25-AC83-9A8DCCA66124}" type="presOf" srcId="{AFA15510-701C-4024-A402-7604F4BBDD46}" destId="{01F76AEE-DF4A-4972-97D0-9236B8F276AB}" srcOrd="0" destOrd="0" presId="urn:microsoft.com/office/officeart/2008/layout/LinedList"/>
    <dgm:cxn modelId="{24D82BB5-12F4-4EE3-A10B-2F1D24E4D6BC}" type="presParOf" srcId="{51A93183-9CEF-42E7-BA67-CD81E1C59E90}" destId="{28D99B25-F979-4C25-87F4-C3F9820DFE23}" srcOrd="0" destOrd="0" presId="urn:microsoft.com/office/officeart/2008/layout/LinedList"/>
    <dgm:cxn modelId="{527A736F-39DD-45DC-BB31-93216E5DA8B3}" type="presParOf" srcId="{51A93183-9CEF-42E7-BA67-CD81E1C59E90}" destId="{448E6A0C-EFDB-4D9D-82D1-2CC9A6E47050}" srcOrd="1" destOrd="0" presId="urn:microsoft.com/office/officeart/2008/layout/LinedList"/>
    <dgm:cxn modelId="{B62B3C8E-D6E0-4073-A76E-3DDAAA893931}" type="presParOf" srcId="{448E6A0C-EFDB-4D9D-82D1-2CC9A6E47050}" destId="{1360ED11-0B87-42C0-B712-AE83F057EE5C}" srcOrd="0" destOrd="0" presId="urn:microsoft.com/office/officeart/2008/layout/LinedList"/>
    <dgm:cxn modelId="{AC95CFED-544E-4188-A47A-4A87289AD1EB}" type="presParOf" srcId="{448E6A0C-EFDB-4D9D-82D1-2CC9A6E47050}" destId="{34FA7D45-99CE-4926-90FC-43750313756F}" srcOrd="1" destOrd="0" presId="urn:microsoft.com/office/officeart/2008/layout/LinedList"/>
    <dgm:cxn modelId="{D77CFBFE-053D-4A32-A4F5-B379A6530DF0}" type="presParOf" srcId="{51A93183-9CEF-42E7-BA67-CD81E1C59E90}" destId="{5908678F-A5A6-442F-A28A-D8A551AFA3F9}" srcOrd="2" destOrd="0" presId="urn:microsoft.com/office/officeart/2008/layout/LinedList"/>
    <dgm:cxn modelId="{AF766A9F-D108-4384-BBDC-29FB774DF19A}" type="presParOf" srcId="{51A93183-9CEF-42E7-BA67-CD81E1C59E90}" destId="{EEDEBAEC-CD4F-4FB2-AB0C-FF64D53B2727}" srcOrd="3" destOrd="0" presId="urn:microsoft.com/office/officeart/2008/layout/LinedList"/>
    <dgm:cxn modelId="{27F3BF03-0B96-4BE4-8181-71805443AC5A}" type="presParOf" srcId="{EEDEBAEC-CD4F-4FB2-AB0C-FF64D53B2727}" destId="{2EB6CBD9-D40F-4CDD-BB1C-FE9ADB443803}" srcOrd="0" destOrd="0" presId="urn:microsoft.com/office/officeart/2008/layout/LinedList"/>
    <dgm:cxn modelId="{359DB954-8194-4FF3-B39D-E790EDCCE6CD}" type="presParOf" srcId="{EEDEBAEC-CD4F-4FB2-AB0C-FF64D53B2727}" destId="{3BA53CEF-7C28-441E-9A4C-6092581B4EAD}" srcOrd="1" destOrd="0" presId="urn:microsoft.com/office/officeart/2008/layout/LinedList"/>
    <dgm:cxn modelId="{F9284C6C-8532-4046-85F8-26EA3DAD927E}" type="presParOf" srcId="{51A93183-9CEF-42E7-BA67-CD81E1C59E90}" destId="{19A92FD3-CA5C-47B5-AE05-591CB7AAB94E}" srcOrd="4" destOrd="0" presId="urn:microsoft.com/office/officeart/2008/layout/LinedList"/>
    <dgm:cxn modelId="{39EE97BB-1044-4BDB-9695-0B65691D1356}" type="presParOf" srcId="{51A93183-9CEF-42E7-BA67-CD81E1C59E90}" destId="{47406105-C4B8-4EF8-AD52-A1C30F380E3C}" srcOrd="5" destOrd="0" presId="urn:microsoft.com/office/officeart/2008/layout/LinedList"/>
    <dgm:cxn modelId="{DF811775-29E2-44E7-BB08-8EA6B50A1884}" type="presParOf" srcId="{47406105-C4B8-4EF8-AD52-A1C30F380E3C}" destId="{C8CD7499-6250-45C1-99D6-D784F4008AEF}" srcOrd="0" destOrd="0" presId="urn:microsoft.com/office/officeart/2008/layout/LinedList"/>
    <dgm:cxn modelId="{03527AA0-80DA-4991-B53B-00FA169403B9}" type="presParOf" srcId="{47406105-C4B8-4EF8-AD52-A1C30F380E3C}" destId="{2BAA5808-CB55-42E8-9C66-9BA8D7D9A4DB}" srcOrd="1" destOrd="0" presId="urn:microsoft.com/office/officeart/2008/layout/LinedList"/>
    <dgm:cxn modelId="{FB00F5D3-3935-4270-A4A6-5814667F5B7A}" type="presParOf" srcId="{51A93183-9CEF-42E7-BA67-CD81E1C59E90}" destId="{31DB5295-59F6-40B4-A2F4-D9C7003395BA}" srcOrd="6" destOrd="0" presId="urn:microsoft.com/office/officeart/2008/layout/LinedList"/>
    <dgm:cxn modelId="{05AD1621-F907-49E2-9D65-90385A45F4B3}" type="presParOf" srcId="{51A93183-9CEF-42E7-BA67-CD81E1C59E90}" destId="{E704975D-DB51-4EEE-9977-955A9F34FB0B}" srcOrd="7" destOrd="0" presId="urn:microsoft.com/office/officeart/2008/layout/LinedList"/>
    <dgm:cxn modelId="{FC992797-4602-48BD-B0C5-790E65AF0716}" type="presParOf" srcId="{E704975D-DB51-4EEE-9977-955A9F34FB0B}" destId="{01F76AEE-DF4A-4972-97D0-9236B8F276AB}" srcOrd="0" destOrd="0" presId="urn:microsoft.com/office/officeart/2008/layout/LinedList"/>
    <dgm:cxn modelId="{72D946F5-54D5-4DDF-8388-351ADFDB7B0E}" type="presParOf" srcId="{E704975D-DB51-4EEE-9977-955A9F34FB0B}" destId="{424D44D5-A76C-4467-9AA6-89708CB979C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31CFB7-7F24-4742-8BDA-24C05AD103A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E1D3D89-DDD0-40E9-97E2-E46554FC4056}">
      <dgm:prSet/>
      <dgm:spPr/>
      <dgm:t>
        <a:bodyPr/>
        <a:lstStyle/>
        <a:p>
          <a:r>
            <a:rPr lang="en-US"/>
            <a:t>1. Client opent WebSocket-verbinding (handshake)</a:t>
          </a:r>
        </a:p>
      </dgm:t>
    </dgm:pt>
    <dgm:pt modelId="{35F29C6F-F83C-45DF-860B-E42602C4606E}" type="parTrans" cxnId="{652FCE9C-88F0-4503-90E9-5A53AA57B2D4}">
      <dgm:prSet/>
      <dgm:spPr/>
      <dgm:t>
        <a:bodyPr/>
        <a:lstStyle/>
        <a:p>
          <a:endParaRPr lang="en-US"/>
        </a:p>
      </dgm:t>
    </dgm:pt>
    <dgm:pt modelId="{7DAAF71C-00BD-406F-AC09-14A7EBB77E31}" type="sibTrans" cxnId="{652FCE9C-88F0-4503-90E9-5A53AA57B2D4}">
      <dgm:prSet/>
      <dgm:spPr/>
      <dgm:t>
        <a:bodyPr/>
        <a:lstStyle/>
        <a:p>
          <a:endParaRPr lang="en-US"/>
        </a:p>
      </dgm:t>
    </dgm:pt>
    <dgm:pt modelId="{B747F005-5456-491A-8C22-62E290CA53D5}">
      <dgm:prSet/>
      <dgm:spPr/>
      <dgm:t>
        <a:bodyPr/>
        <a:lstStyle/>
        <a:p>
          <a:r>
            <a:rPr lang="en-US"/>
            <a:t>2. Server valideert en accepteert verbinding</a:t>
          </a:r>
        </a:p>
      </dgm:t>
    </dgm:pt>
    <dgm:pt modelId="{EB4D3C33-CD8E-4F5D-B6A4-082BBDC8DC53}" type="parTrans" cxnId="{84D0DCBC-79A2-4572-9790-D5935925BF10}">
      <dgm:prSet/>
      <dgm:spPr/>
      <dgm:t>
        <a:bodyPr/>
        <a:lstStyle/>
        <a:p>
          <a:endParaRPr lang="en-US"/>
        </a:p>
      </dgm:t>
    </dgm:pt>
    <dgm:pt modelId="{B043AE84-AFD6-4D5D-841D-37BB538DCD51}" type="sibTrans" cxnId="{84D0DCBC-79A2-4572-9790-D5935925BF10}">
      <dgm:prSet/>
      <dgm:spPr/>
      <dgm:t>
        <a:bodyPr/>
        <a:lstStyle/>
        <a:p>
          <a:endParaRPr lang="en-US"/>
        </a:p>
      </dgm:t>
    </dgm:pt>
    <dgm:pt modelId="{D50A1F93-4617-4CA5-9E96-54D3773A883A}">
      <dgm:prSet/>
      <dgm:spPr/>
      <dgm:t>
        <a:bodyPr/>
        <a:lstStyle/>
        <a:p>
          <a:r>
            <a:rPr lang="en-US"/>
            <a:t>3. Verbinding blijft open</a:t>
          </a:r>
        </a:p>
      </dgm:t>
    </dgm:pt>
    <dgm:pt modelId="{79D2F46C-7492-4D6F-97AE-396018739681}" type="parTrans" cxnId="{9E0D6B8F-0D62-42FE-B6AB-BF2CDE693A67}">
      <dgm:prSet/>
      <dgm:spPr/>
      <dgm:t>
        <a:bodyPr/>
        <a:lstStyle/>
        <a:p>
          <a:endParaRPr lang="en-US"/>
        </a:p>
      </dgm:t>
    </dgm:pt>
    <dgm:pt modelId="{EB1C0904-9E45-40F8-A853-ACDF9818C8F8}" type="sibTrans" cxnId="{9E0D6B8F-0D62-42FE-B6AB-BF2CDE693A67}">
      <dgm:prSet/>
      <dgm:spPr/>
      <dgm:t>
        <a:bodyPr/>
        <a:lstStyle/>
        <a:p>
          <a:endParaRPr lang="en-US"/>
        </a:p>
      </dgm:t>
    </dgm:pt>
    <dgm:pt modelId="{EB09DFB7-A107-42BB-BC46-56F892F1DBDB}">
      <dgm:prSet/>
      <dgm:spPr/>
      <dgm:t>
        <a:bodyPr/>
        <a:lstStyle/>
        <a:p>
          <a:r>
            <a:rPr lang="en-US"/>
            <a:t>4. Server pusht updates bij nieuwe scan-events</a:t>
          </a:r>
        </a:p>
      </dgm:t>
    </dgm:pt>
    <dgm:pt modelId="{652E69D4-D818-4A0E-B58F-EC9A6CFD2740}" type="parTrans" cxnId="{92B5A7EB-CF98-46B6-B059-4A7F289F6A7E}">
      <dgm:prSet/>
      <dgm:spPr/>
      <dgm:t>
        <a:bodyPr/>
        <a:lstStyle/>
        <a:p>
          <a:endParaRPr lang="en-US"/>
        </a:p>
      </dgm:t>
    </dgm:pt>
    <dgm:pt modelId="{1DEC889B-867B-4362-B14D-439E5C03982A}" type="sibTrans" cxnId="{92B5A7EB-CF98-46B6-B059-4A7F289F6A7E}">
      <dgm:prSet/>
      <dgm:spPr/>
      <dgm:t>
        <a:bodyPr/>
        <a:lstStyle/>
        <a:p>
          <a:endParaRPr lang="en-US"/>
        </a:p>
      </dgm:t>
    </dgm:pt>
    <dgm:pt modelId="{A0A9D4FC-A7F7-4864-9D61-51D3142035E7}">
      <dgm:prSet/>
      <dgm:spPr/>
      <dgm:t>
        <a:bodyPr/>
        <a:lstStyle/>
        <a:p>
          <a:r>
            <a:rPr lang="en-US"/>
            <a:t>5. Client ontvangt data zonder pagina refresh</a:t>
          </a:r>
        </a:p>
      </dgm:t>
    </dgm:pt>
    <dgm:pt modelId="{6401B1FA-A594-452D-947D-2618AE2D8261}" type="parTrans" cxnId="{9A111EE2-8B04-494E-8058-ECF525998A62}">
      <dgm:prSet/>
      <dgm:spPr/>
      <dgm:t>
        <a:bodyPr/>
        <a:lstStyle/>
        <a:p>
          <a:endParaRPr lang="en-US"/>
        </a:p>
      </dgm:t>
    </dgm:pt>
    <dgm:pt modelId="{2A0CA268-1F06-40EB-A017-2706AB2B167A}" type="sibTrans" cxnId="{9A111EE2-8B04-494E-8058-ECF525998A62}">
      <dgm:prSet/>
      <dgm:spPr/>
      <dgm:t>
        <a:bodyPr/>
        <a:lstStyle/>
        <a:p>
          <a:endParaRPr lang="en-US"/>
        </a:p>
      </dgm:t>
    </dgm:pt>
    <dgm:pt modelId="{4C9AB768-4C53-419B-AD13-C59048FF1328}" type="pres">
      <dgm:prSet presAssocID="{F631CFB7-7F24-4742-8BDA-24C05AD103A5}" presName="vert0" presStyleCnt="0">
        <dgm:presLayoutVars>
          <dgm:dir/>
          <dgm:animOne val="branch"/>
          <dgm:animLvl val="lvl"/>
        </dgm:presLayoutVars>
      </dgm:prSet>
      <dgm:spPr/>
    </dgm:pt>
    <dgm:pt modelId="{21505A6B-E5D5-4E71-905C-85B596958A26}" type="pres">
      <dgm:prSet presAssocID="{7E1D3D89-DDD0-40E9-97E2-E46554FC4056}" presName="thickLine" presStyleLbl="alignNode1" presStyleIdx="0" presStyleCnt="5"/>
      <dgm:spPr/>
    </dgm:pt>
    <dgm:pt modelId="{26913541-9561-4079-9EB1-2FDEE0E5B433}" type="pres">
      <dgm:prSet presAssocID="{7E1D3D89-DDD0-40E9-97E2-E46554FC4056}" presName="horz1" presStyleCnt="0"/>
      <dgm:spPr/>
    </dgm:pt>
    <dgm:pt modelId="{A2A69B66-341A-4E12-AF8C-FE28463E819C}" type="pres">
      <dgm:prSet presAssocID="{7E1D3D89-DDD0-40E9-97E2-E46554FC4056}" presName="tx1" presStyleLbl="revTx" presStyleIdx="0" presStyleCnt="5"/>
      <dgm:spPr/>
    </dgm:pt>
    <dgm:pt modelId="{9081038F-5773-4F44-89A3-9CCC6949001E}" type="pres">
      <dgm:prSet presAssocID="{7E1D3D89-DDD0-40E9-97E2-E46554FC4056}" presName="vert1" presStyleCnt="0"/>
      <dgm:spPr/>
    </dgm:pt>
    <dgm:pt modelId="{CEE80FC7-E0D2-4DFE-A5F8-9EC63850B3A0}" type="pres">
      <dgm:prSet presAssocID="{B747F005-5456-491A-8C22-62E290CA53D5}" presName="thickLine" presStyleLbl="alignNode1" presStyleIdx="1" presStyleCnt="5"/>
      <dgm:spPr/>
    </dgm:pt>
    <dgm:pt modelId="{570792D2-6A4D-4541-A3A5-A4F82B0B0D2D}" type="pres">
      <dgm:prSet presAssocID="{B747F005-5456-491A-8C22-62E290CA53D5}" presName="horz1" presStyleCnt="0"/>
      <dgm:spPr/>
    </dgm:pt>
    <dgm:pt modelId="{9131FB5A-32CB-4E84-B4D1-8D04DEEDDEFB}" type="pres">
      <dgm:prSet presAssocID="{B747F005-5456-491A-8C22-62E290CA53D5}" presName="tx1" presStyleLbl="revTx" presStyleIdx="1" presStyleCnt="5"/>
      <dgm:spPr/>
    </dgm:pt>
    <dgm:pt modelId="{41B107A4-3410-4047-A6BB-FE809AE45DC1}" type="pres">
      <dgm:prSet presAssocID="{B747F005-5456-491A-8C22-62E290CA53D5}" presName="vert1" presStyleCnt="0"/>
      <dgm:spPr/>
    </dgm:pt>
    <dgm:pt modelId="{D037088B-AE0B-4D60-9A98-4FF61E815B10}" type="pres">
      <dgm:prSet presAssocID="{D50A1F93-4617-4CA5-9E96-54D3773A883A}" presName="thickLine" presStyleLbl="alignNode1" presStyleIdx="2" presStyleCnt="5"/>
      <dgm:spPr/>
    </dgm:pt>
    <dgm:pt modelId="{8B405066-D07F-406C-B0CD-DB172DA40429}" type="pres">
      <dgm:prSet presAssocID="{D50A1F93-4617-4CA5-9E96-54D3773A883A}" presName="horz1" presStyleCnt="0"/>
      <dgm:spPr/>
    </dgm:pt>
    <dgm:pt modelId="{239D5A10-092B-4586-ACB3-B0598EB66EFE}" type="pres">
      <dgm:prSet presAssocID="{D50A1F93-4617-4CA5-9E96-54D3773A883A}" presName="tx1" presStyleLbl="revTx" presStyleIdx="2" presStyleCnt="5"/>
      <dgm:spPr/>
    </dgm:pt>
    <dgm:pt modelId="{71F81F78-C23A-41AA-B534-457BB5299BFD}" type="pres">
      <dgm:prSet presAssocID="{D50A1F93-4617-4CA5-9E96-54D3773A883A}" presName="vert1" presStyleCnt="0"/>
      <dgm:spPr/>
    </dgm:pt>
    <dgm:pt modelId="{D3101C2D-2A92-4515-BA70-9F9941F97CD4}" type="pres">
      <dgm:prSet presAssocID="{EB09DFB7-A107-42BB-BC46-56F892F1DBDB}" presName="thickLine" presStyleLbl="alignNode1" presStyleIdx="3" presStyleCnt="5"/>
      <dgm:spPr/>
    </dgm:pt>
    <dgm:pt modelId="{8F73AED3-B52E-4C47-B1D6-356B4F3C993D}" type="pres">
      <dgm:prSet presAssocID="{EB09DFB7-A107-42BB-BC46-56F892F1DBDB}" presName="horz1" presStyleCnt="0"/>
      <dgm:spPr/>
    </dgm:pt>
    <dgm:pt modelId="{714F7D3D-1A05-4CF5-9F2F-1ED526E66E5F}" type="pres">
      <dgm:prSet presAssocID="{EB09DFB7-A107-42BB-BC46-56F892F1DBDB}" presName="tx1" presStyleLbl="revTx" presStyleIdx="3" presStyleCnt="5"/>
      <dgm:spPr/>
    </dgm:pt>
    <dgm:pt modelId="{80200509-6567-4A2A-817E-C95239B1ABA5}" type="pres">
      <dgm:prSet presAssocID="{EB09DFB7-A107-42BB-BC46-56F892F1DBDB}" presName="vert1" presStyleCnt="0"/>
      <dgm:spPr/>
    </dgm:pt>
    <dgm:pt modelId="{3888C048-58B5-4271-9AE1-47ECD290B31B}" type="pres">
      <dgm:prSet presAssocID="{A0A9D4FC-A7F7-4864-9D61-51D3142035E7}" presName="thickLine" presStyleLbl="alignNode1" presStyleIdx="4" presStyleCnt="5"/>
      <dgm:spPr/>
    </dgm:pt>
    <dgm:pt modelId="{F4B099AB-5444-4D90-948D-5C1F225F0D26}" type="pres">
      <dgm:prSet presAssocID="{A0A9D4FC-A7F7-4864-9D61-51D3142035E7}" presName="horz1" presStyleCnt="0"/>
      <dgm:spPr/>
    </dgm:pt>
    <dgm:pt modelId="{82939312-4BCE-4867-A361-039F90C9C97E}" type="pres">
      <dgm:prSet presAssocID="{A0A9D4FC-A7F7-4864-9D61-51D3142035E7}" presName="tx1" presStyleLbl="revTx" presStyleIdx="4" presStyleCnt="5"/>
      <dgm:spPr/>
    </dgm:pt>
    <dgm:pt modelId="{B43E726E-DAD8-4620-87A6-EC63D208004B}" type="pres">
      <dgm:prSet presAssocID="{A0A9D4FC-A7F7-4864-9D61-51D3142035E7}" presName="vert1" presStyleCnt="0"/>
      <dgm:spPr/>
    </dgm:pt>
  </dgm:ptLst>
  <dgm:cxnLst>
    <dgm:cxn modelId="{1078463E-A7D2-4B81-9C90-97213386BC70}" type="presOf" srcId="{EB09DFB7-A107-42BB-BC46-56F892F1DBDB}" destId="{714F7D3D-1A05-4CF5-9F2F-1ED526E66E5F}" srcOrd="0" destOrd="0" presId="urn:microsoft.com/office/officeart/2008/layout/LinedList"/>
    <dgm:cxn modelId="{2518B754-48DB-451C-917D-C2EE1D975CC9}" type="presOf" srcId="{B747F005-5456-491A-8C22-62E290CA53D5}" destId="{9131FB5A-32CB-4E84-B4D1-8D04DEEDDEFB}" srcOrd="0" destOrd="0" presId="urn:microsoft.com/office/officeart/2008/layout/LinedList"/>
    <dgm:cxn modelId="{9E0D6B8F-0D62-42FE-B6AB-BF2CDE693A67}" srcId="{F631CFB7-7F24-4742-8BDA-24C05AD103A5}" destId="{D50A1F93-4617-4CA5-9E96-54D3773A883A}" srcOrd="2" destOrd="0" parTransId="{79D2F46C-7492-4D6F-97AE-396018739681}" sibTransId="{EB1C0904-9E45-40F8-A853-ACDF9818C8F8}"/>
    <dgm:cxn modelId="{070B1A96-307E-438A-BF05-26AC058DFDC0}" type="presOf" srcId="{F631CFB7-7F24-4742-8BDA-24C05AD103A5}" destId="{4C9AB768-4C53-419B-AD13-C59048FF1328}" srcOrd="0" destOrd="0" presId="urn:microsoft.com/office/officeart/2008/layout/LinedList"/>
    <dgm:cxn modelId="{D6A4D39A-302D-4081-AF30-FFA2AE3F8460}" type="presOf" srcId="{D50A1F93-4617-4CA5-9E96-54D3773A883A}" destId="{239D5A10-092B-4586-ACB3-B0598EB66EFE}" srcOrd="0" destOrd="0" presId="urn:microsoft.com/office/officeart/2008/layout/LinedList"/>
    <dgm:cxn modelId="{652FCE9C-88F0-4503-90E9-5A53AA57B2D4}" srcId="{F631CFB7-7F24-4742-8BDA-24C05AD103A5}" destId="{7E1D3D89-DDD0-40E9-97E2-E46554FC4056}" srcOrd="0" destOrd="0" parTransId="{35F29C6F-F83C-45DF-860B-E42602C4606E}" sibTransId="{7DAAF71C-00BD-406F-AC09-14A7EBB77E31}"/>
    <dgm:cxn modelId="{D411BDA9-D76F-42E1-8AEC-1B2BABB683F9}" type="presOf" srcId="{A0A9D4FC-A7F7-4864-9D61-51D3142035E7}" destId="{82939312-4BCE-4867-A361-039F90C9C97E}" srcOrd="0" destOrd="0" presId="urn:microsoft.com/office/officeart/2008/layout/LinedList"/>
    <dgm:cxn modelId="{8527CAB8-E26B-4EBF-9272-5EB64F36E492}" type="presOf" srcId="{7E1D3D89-DDD0-40E9-97E2-E46554FC4056}" destId="{A2A69B66-341A-4E12-AF8C-FE28463E819C}" srcOrd="0" destOrd="0" presId="urn:microsoft.com/office/officeart/2008/layout/LinedList"/>
    <dgm:cxn modelId="{84D0DCBC-79A2-4572-9790-D5935925BF10}" srcId="{F631CFB7-7F24-4742-8BDA-24C05AD103A5}" destId="{B747F005-5456-491A-8C22-62E290CA53D5}" srcOrd="1" destOrd="0" parTransId="{EB4D3C33-CD8E-4F5D-B6A4-082BBDC8DC53}" sibTransId="{B043AE84-AFD6-4D5D-841D-37BB538DCD51}"/>
    <dgm:cxn modelId="{9A111EE2-8B04-494E-8058-ECF525998A62}" srcId="{F631CFB7-7F24-4742-8BDA-24C05AD103A5}" destId="{A0A9D4FC-A7F7-4864-9D61-51D3142035E7}" srcOrd="4" destOrd="0" parTransId="{6401B1FA-A594-452D-947D-2618AE2D8261}" sibTransId="{2A0CA268-1F06-40EB-A017-2706AB2B167A}"/>
    <dgm:cxn modelId="{92B5A7EB-CF98-46B6-B059-4A7F289F6A7E}" srcId="{F631CFB7-7F24-4742-8BDA-24C05AD103A5}" destId="{EB09DFB7-A107-42BB-BC46-56F892F1DBDB}" srcOrd="3" destOrd="0" parTransId="{652E69D4-D818-4A0E-B58F-EC9A6CFD2740}" sibTransId="{1DEC889B-867B-4362-B14D-439E5C03982A}"/>
    <dgm:cxn modelId="{739D4D9D-D3F4-491B-BC13-5444C22439D3}" type="presParOf" srcId="{4C9AB768-4C53-419B-AD13-C59048FF1328}" destId="{21505A6B-E5D5-4E71-905C-85B596958A26}" srcOrd="0" destOrd="0" presId="urn:microsoft.com/office/officeart/2008/layout/LinedList"/>
    <dgm:cxn modelId="{99ED70D5-F7E5-44A9-973E-5BF84C26FE0E}" type="presParOf" srcId="{4C9AB768-4C53-419B-AD13-C59048FF1328}" destId="{26913541-9561-4079-9EB1-2FDEE0E5B433}" srcOrd="1" destOrd="0" presId="urn:microsoft.com/office/officeart/2008/layout/LinedList"/>
    <dgm:cxn modelId="{9850C4F7-0FB2-45C7-9BCD-615B82B58263}" type="presParOf" srcId="{26913541-9561-4079-9EB1-2FDEE0E5B433}" destId="{A2A69B66-341A-4E12-AF8C-FE28463E819C}" srcOrd="0" destOrd="0" presId="urn:microsoft.com/office/officeart/2008/layout/LinedList"/>
    <dgm:cxn modelId="{C4D5F18A-156A-4BB3-9027-FD6FC070BF4F}" type="presParOf" srcId="{26913541-9561-4079-9EB1-2FDEE0E5B433}" destId="{9081038F-5773-4F44-89A3-9CCC6949001E}" srcOrd="1" destOrd="0" presId="urn:microsoft.com/office/officeart/2008/layout/LinedList"/>
    <dgm:cxn modelId="{158D26C5-A685-44E3-A11A-FB121F083B0B}" type="presParOf" srcId="{4C9AB768-4C53-419B-AD13-C59048FF1328}" destId="{CEE80FC7-E0D2-4DFE-A5F8-9EC63850B3A0}" srcOrd="2" destOrd="0" presId="urn:microsoft.com/office/officeart/2008/layout/LinedList"/>
    <dgm:cxn modelId="{F5ED8059-CDC4-490B-BBA7-7B2748ADD581}" type="presParOf" srcId="{4C9AB768-4C53-419B-AD13-C59048FF1328}" destId="{570792D2-6A4D-4541-A3A5-A4F82B0B0D2D}" srcOrd="3" destOrd="0" presId="urn:microsoft.com/office/officeart/2008/layout/LinedList"/>
    <dgm:cxn modelId="{B46FB1DF-41B7-438E-8C8F-F7A2BD464C74}" type="presParOf" srcId="{570792D2-6A4D-4541-A3A5-A4F82B0B0D2D}" destId="{9131FB5A-32CB-4E84-B4D1-8D04DEEDDEFB}" srcOrd="0" destOrd="0" presId="urn:microsoft.com/office/officeart/2008/layout/LinedList"/>
    <dgm:cxn modelId="{47868776-68C2-4A9B-BD19-E803C4AD79D4}" type="presParOf" srcId="{570792D2-6A4D-4541-A3A5-A4F82B0B0D2D}" destId="{41B107A4-3410-4047-A6BB-FE809AE45DC1}" srcOrd="1" destOrd="0" presId="urn:microsoft.com/office/officeart/2008/layout/LinedList"/>
    <dgm:cxn modelId="{A6B819D3-1F51-443C-A6F2-D2BC0371B144}" type="presParOf" srcId="{4C9AB768-4C53-419B-AD13-C59048FF1328}" destId="{D037088B-AE0B-4D60-9A98-4FF61E815B10}" srcOrd="4" destOrd="0" presId="urn:microsoft.com/office/officeart/2008/layout/LinedList"/>
    <dgm:cxn modelId="{9A27F67A-09DE-4220-8874-A1B34A2E828B}" type="presParOf" srcId="{4C9AB768-4C53-419B-AD13-C59048FF1328}" destId="{8B405066-D07F-406C-B0CD-DB172DA40429}" srcOrd="5" destOrd="0" presId="urn:microsoft.com/office/officeart/2008/layout/LinedList"/>
    <dgm:cxn modelId="{2B2D8318-1B5F-481F-8D7F-DDC24D81801A}" type="presParOf" srcId="{8B405066-D07F-406C-B0CD-DB172DA40429}" destId="{239D5A10-092B-4586-ACB3-B0598EB66EFE}" srcOrd="0" destOrd="0" presId="urn:microsoft.com/office/officeart/2008/layout/LinedList"/>
    <dgm:cxn modelId="{8177AD96-BF4B-40E7-BEFD-9A6298EEE2FD}" type="presParOf" srcId="{8B405066-D07F-406C-B0CD-DB172DA40429}" destId="{71F81F78-C23A-41AA-B534-457BB5299BFD}" srcOrd="1" destOrd="0" presId="urn:microsoft.com/office/officeart/2008/layout/LinedList"/>
    <dgm:cxn modelId="{F8199BEC-010B-4F64-93EE-B40E046E56BE}" type="presParOf" srcId="{4C9AB768-4C53-419B-AD13-C59048FF1328}" destId="{D3101C2D-2A92-4515-BA70-9F9941F97CD4}" srcOrd="6" destOrd="0" presId="urn:microsoft.com/office/officeart/2008/layout/LinedList"/>
    <dgm:cxn modelId="{A9600FF4-B32A-41CE-A4D8-0D923F0425D3}" type="presParOf" srcId="{4C9AB768-4C53-419B-AD13-C59048FF1328}" destId="{8F73AED3-B52E-4C47-B1D6-356B4F3C993D}" srcOrd="7" destOrd="0" presId="urn:microsoft.com/office/officeart/2008/layout/LinedList"/>
    <dgm:cxn modelId="{F9D6AABA-31BF-403C-B480-3BB5215D00F0}" type="presParOf" srcId="{8F73AED3-B52E-4C47-B1D6-356B4F3C993D}" destId="{714F7D3D-1A05-4CF5-9F2F-1ED526E66E5F}" srcOrd="0" destOrd="0" presId="urn:microsoft.com/office/officeart/2008/layout/LinedList"/>
    <dgm:cxn modelId="{E94F252A-F6DC-442D-83CE-4CB16AA1AB93}" type="presParOf" srcId="{8F73AED3-B52E-4C47-B1D6-356B4F3C993D}" destId="{80200509-6567-4A2A-817E-C95239B1ABA5}" srcOrd="1" destOrd="0" presId="urn:microsoft.com/office/officeart/2008/layout/LinedList"/>
    <dgm:cxn modelId="{245AA865-2460-4F53-9754-2147C903FB98}" type="presParOf" srcId="{4C9AB768-4C53-419B-AD13-C59048FF1328}" destId="{3888C048-58B5-4271-9AE1-47ECD290B31B}" srcOrd="8" destOrd="0" presId="urn:microsoft.com/office/officeart/2008/layout/LinedList"/>
    <dgm:cxn modelId="{1DEFC1FB-C5B6-4F44-A0D5-59836B0C5648}" type="presParOf" srcId="{4C9AB768-4C53-419B-AD13-C59048FF1328}" destId="{F4B099AB-5444-4D90-948D-5C1F225F0D26}" srcOrd="9" destOrd="0" presId="urn:microsoft.com/office/officeart/2008/layout/LinedList"/>
    <dgm:cxn modelId="{4CCE1DCE-ABAF-437B-9A71-A2131E7380B8}" type="presParOf" srcId="{F4B099AB-5444-4D90-948D-5C1F225F0D26}" destId="{82939312-4BCE-4867-A361-039F90C9C97E}" srcOrd="0" destOrd="0" presId="urn:microsoft.com/office/officeart/2008/layout/LinedList"/>
    <dgm:cxn modelId="{668ABB5B-A3DE-4CFF-82C4-5B372D5F8612}" type="presParOf" srcId="{F4B099AB-5444-4D90-948D-5C1F225F0D26}" destId="{B43E726E-DAD8-4620-87A6-EC63D208004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0544E0-193E-4C63-A460-CCEBC469438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2431544-8E94-47F6-8CBB-0EC7A89D36AB}">
      <dgm:prSet/>
      <dgm:spPr/>
      <dgm:t>
        <a:bodyPr/>
        <a:lstStyle/>
        <a:p>
          <a:r>
            <a:rPr lang="en-US"/>
            <a:t>Presentation Layer → WebSocket endpoint + routing</a:t>
          </a:r>
        </a:p>
      </dgm:t>
    </dgm:pt>
    <dgm:pt modelId="{98F9E388-F190-4A83-BF6A-0DD7AAD09823}" type="parTrans" cxnId="{EEC5DBDD-8170-492A-9770-735C37E92CBE}">
      <dgm:prSet/>
      <dgm:spPr/>
      <dgm:t>
        <a:bodyPr/>
        <a:lstStyle/>
        <a:p>
          <a:endParaRPr lang="en-US"/>
        </a:p>
      </dgm:t>
    </dgm:pt>
    <dgm:pt modelId="{6AC24A8F-856C-46E9-9849-3AE62549DD21}" type="sibTrans" cxnId="{EEC5DBDD-8170-492A-9770-735C37E92CBE}">
      <dgm:prSet/>
      <dgm:spPr/>
      <dgm:t>
        <a:bodyPr/>
        <a:lstStyle/>
        <a:p>
          <a:endParaRPr lang="en-US"/>
        </a:p>
      </dgm:t>
    </dgm:pt>
    <dgm:pt modelId="{27A04CBF-47CD-47DB-98EB-0651EA24A262}">
      <dgm:prSet/>
      <dgm:spPr/>
      <dgm:t>
        <a:bodyPr/>
        <a:lstStyle/>
        <a:p>
          <a:r>
            <a:rPr lang="en-US"/>
            <a:t>Application Layer → Orkestreert scan-events</a:t>
          </a:r>
        </a:p>
      </dgm:t>
    </dgm:pt>
    <dgm:pt modelId="{B64D632C-1FD5-434F-A12C-EBF15C7DA02C}" type="parTrans" cxnId="{BA74D64F-74C4-428F-A48C-6C68DACB6860}">
      <dgm:prSet/>
      <dgm:spPr/>
      <dgm:t>
        <a:bodyPr/>
        <a:lstStyle/>
        <a:p>
          <a:endParaRPr lang="en-US"/>
        </a:p>
      </dgm:t>
    </dgm:pt>
    <dgm:pt modelId="{DB2DDE5F-8A7B-46A1-AA13-3BC38F0D6106}" type="sibTrans" cxnId="{BA74D64F-74C4-428F-A48C-6C68DACB6860}">
      <dgm:prSet/>
      <dgm:spPr/>
      <dgm:t>
        <a:bodyPr/>
        <a:lstStyle/>
        <a:p>
          <a:endParaRPr lang="en-US"/>
        </a:p>
      </dgm:t>
    </dgm:pt>
    <dgm:pt modelId="{3A46F2DB-B489-4757-8BB2-33D1CA2DE15B}">
      <dgm:prSet/>
      <dgm:spPr/>
      <dgm:t>
        <a:bodyPr/>
        <a:lstStyle/>
        <a:p>
          <a:r>
            <a:rPr lang="en-US"/>
            <a:t>Business Logic Layer → Validatie + in-memory counter</a:t>
          </a:r>
        </a:p>
      </dgm:t>
    </dgm:pt>
    <dgm:pt modelId="{5EAC3FA0-936E-49B8-A894-17C3B3B86473}" type="parTrans" cxnId="{6CC1020B-2C99-4D9E-B0FF-0F60169A8085}">
      <dgm:prSet/>
      <dgm:spPr/>
      <dgm:t>
        <a:bodyPr/>
        <a:lstStyle/>
        <a:p>
          <a:endParaRPr lang="en-US"/>
        </a:p>
      </dgm:t>
    </dgm:pt>
    <dgm:pt modelId="{B126C218-10D9-4112-8DDE-4D29471604EF}" type="sibTrans" cxnId="{6CC1020B-2C99-4D9E-B0FF-0F60169A8085}">
      <dgm:prSet/>
      <dgm:spPr/>
      <dgm:t>
        <a:bodyPr/>
        <a:lstStyle/>
        <a:p>
          <a:endParaRPr lang="en-US"/>
        </a:p>
      </dgm:t>
    </dgm:pt>
    <dgm:pt modelId="{DC47E20C-F498-4A02-A067-4B14ACB5B2ED}">
      <dgm:prSet/>
      <dgm:spPr/>
      <dgm:t>
        <a:bodyPr/>
        <a:lstStyle/>
        <a:p>
          <a:r>
            <a:rPr lang="en-US"/>
            <a:t>Data Access Layer → Opslag uurtotalen</a:t>
          </a:r>
        </a:p>
      </dgm:t>
    </dgm:pt>
    <dgm:pt modelId="{B15A125D-818D-4D9B-819E-92A93EC66FD2}" type="parTrans" cxnId="{5010D23C-3062-4CD6-BF73-D6010868592F}">
      <dgm:prSet/>
      <dgm:spPr/>
      <dgm:t>
        <a:bodyPr/>
        <a:lstStyle/>
        <a:p>
          <a:endParaRPr lang="en-US"/>
        </a:p>
      </dgm:t>
    </dgm:pt>
    <dgm:pt modelId="{EA0D39BF-7660-4BDB-BF9E-6E65D63AD45C}" type="sibTrans" cxnId="{5010D23C-3062-4CD6-BF73-D6010868592F}">
      <dgm:prSet/>
      <dgm:spPr/>
      <dgm:t>
        <a:bodyPr/>
        <a:lstStyle/>
        <a:p>
          <a:endParaRPr lang="en-US"/>
        </a:p>
      </dgm:t>
    </dgm:pt>
    <dgm:pt modelId="{7CDE5D46-6DD9-47B9-9810-AEB91681C21B}">
      <dgm:prSet/>
      <dgm:spPr/>
      <dgm:t>
        <a:bodyPr/>
        <a:lstStyle/>
        <a:p>
          <a:r>
            <a:rPr lang="en-US"/>
            <a:t>Database Layer → Persistente opslag</a:t>
          </a:r>
        </a:p>
      </dgm:t>
    </dgm:pt>
    <dgm:pt modelId="{0F6851E5-78F7-4E29-AD1E-DE4AFB8B1EBA}" type="parTrans" cxnId="{BD2998DF-ED0F-481F-8408-44F2DEF9BD3C}">
      <dgm:prSet/>
      <dgm:spPr/>
      <dgm:t>
        <a:bodyPr/>
        <a:lstStyle/>
        <a:p>
          <a:endParaRPr lang="en-US"/>
        </a:p>
      </dgm:t>
    </dgm:pt>
    <dgm:pt modelId="{CE36C40E-C90C-4580-AE0F-2D0EB637F3AE}" type="sibTrans" cxnId="{BD2998DF-ED0F-481F-8408-44F2DEF9BD3C}">
      <dgm:prSet/>
      <dgm:spPr/>
      <dgm:t>
        <a:bodyPr/>
        <a:lstStyle/>
        <a:p>
          <a:endParaRPr lang="en-US"/>
        </a:p>
      </dgm:t>
    </dgm:pt>
    <dgm:pt modelId="{8731AC53-52C0-4462-AAF2-0BC340E7E368}" type="pres">
      <dgm:prSet presAssocID="{3A0544E0-193E-4C63-A460-CCEBC4694389}" presName="vert0" presStyleCnt="0">
        <dgm:presLayoutVars>
          <dgm:dir/>
          <dgm:animOne val="branch"/>
          <dgm:animLvl val="lvl"/>
        </dgm:presLayoutVars>
      </dgm:prSet>
      <dgm:spPr/>
    </dgm:pt>
    <dgm:pt modelId="{527889B6-D9F5-43D2-9CCD-7146D13ED61F}" type="pres">
      <dgm:prSet presAssocID="{E2431544-8E94-47F6-8CBB-0EC7A89D36AB}" presName="thickLine" presStyleLbl="alignNode1" presStyleIdx="0" presStyleCnt="5"/>
      <dgm:spPr/>
    </dgm:pt>
    <dgm:pt modelId="{54918C84-3AFC-4E48-BAF0-1C9990A83E51}" type="pres">
      <dgm:prSet presAssocID="{E2431544-8E94-47F6-8CBB-0EC7A89D36AB}" presName="horz1" presStyleCnt="0"/>
      <dgm:spPr/>
    </dgm:pt>
    <dgm:pt modelId="{04A8781C-6A4C-49EF-AB6A-2F68F422A753}" type="pres">
      <dgm:prSet presAssocID="{E2431544-8E94-47F6-8CBB-0EC7A89D36AB}" presName="tx1" presStyleLbl="revTx" presStyleIdx="0" presStyleCnt="5"/>
      <dgm:spPr/>
    </dgm:pt>
    <dgm:pt modelId="{333A14D6-15DF-4011-81B0-E76268985614}" type="pres">
      <dgm:prSet presAssocID="{E2431544-8E94-47F6-8CBB-0EC7A89D36AB}" presName="vert1" presStyleCnt="0"/>
      <dgm:spPr/>
    </dgm:pt>
    <dgm:pt modelId="{C7E3DB81-B669-4FCB-A233-80FABE89885D}" type="pres">
      <dgm:prSet presAssocID="{27A04CBF-47CD-47DB-98EB-0651EA24A262}" presName="thickLine" presStyleLbl="alignNode1" presStyleIdx="1" presStyleCnt="5"/>
      <dgm:spPr/>
    </dgm:pt>
    <dgm:pt modelId="{AF867B46-1095-4B9F-B915-3A2502162CB8}" type="pres">
      <dgm:prSet presAssocID="{27A04CBF-47CD-47DB-98EB-0651EA24A262}" presName="horz1" presStyleCnt="0"/>
      <dgm:spPr/>
    </dgm:pt>
    <dgm:pt modelId="{3F88EDA2-9C9E-4240-9962-CDAD73C50773}" type="pres">
      <dgm:prSet presAssocID="{27A04CBF-47CD-47DB-98EB-0651EA24A262}" presName="tx1" presStyleLbl="revTx" presStyleIdx="1" presStyleCnt="5"/>
      <dgm:spPr/>
    </dgm:pt>
    <dgm:pt modelId="{5394A379-76EF-4149-A695-CC830A6E30C1}" type="pres">
      <dgm:prSet presAssocID="{27A04CBF-47CD-47DB-98EB-0651EA24A262}" presName="vert1" presStyleCnt="0"/>
      <dgm:spPr/>
    </dgm:pt>
    <dgm:pt modelId="{575A8C8B-C7BE-4C97-928D-267C46D747E5}" type="pres">
      <dgm:prSet presAssocID="{3A46F2DB-B489-4757-8BB2-33D1CA2DE15B}" presName="thickLine" presStyleLbl="alignNode1" presStyleIdx="2" presStyleCnt="5"/>
      <dgm:spPr/>
    </dgm:pt>
    <dgm:pt modelId="{55D99932-00B3-4AA7-9A1F-3AE6E8C14C67}" type="pres">
      <dgm:prSet presAssocID="{3A46F2DB-B489-4757-8BB2-33D1CA2DE15B}" presName="horz1" presStyleCnt="0"/>
      <dgm:spPr/>
    </dgm:pt>
    <dgm:pt modelId="{C32D5281-07E1-4D13-8F90-C42C157FBCFE}" type="pres">
      <dgm:prSet presAssocID="{3A46F2DB-B489-4757-8BB2-33D1CA2DE15B}" presName="tx1" presStyleLbl="revTx" presStyleIdx="2" presStyleCnt="5"/>
      <dgm:spPr/>
    </dgm:pt>
    <dgm:pt modelId="{4B97F08F-448F-4D03-A035-D7BAC5AF5CF9}" type="pres">
      <dgm:prSet presAssocID="{3A46F2DB-B489-4757-8BB2-33D1CA2DE15B}" presName="vert1" presStyleCnt="0"/>
      <dgm:spPr/>
    </dgm:pt>
    <dgm:pt modelId="{4EECFDC7-1F55-417A-9FBE-C9DB0592B669}" type="pres">
      <dgm:prSet presAssocID="{DC47E20C-F498-4A02-A067-4B14ACB5B2ED}" presName="thickLine" presStyleLbl="alignNode1" presStyleIdx="3" presStyleCnt="5"/>
      <dgm:spPr/>
    </dgm:pt>
    <dgm:pt modelId="{5FD46CFC-00C6-45CF-A5C3-A813394662AD}" type="pres">
      <dgm:prSet presAssocID="{DC47E20C-F498-4A02-A067-4B14ACB5B2ED}" presName="horz1" presStyleCnt="0"/>
      <dgm:spPr/>
    </dgm:pt>
    <dgm:pt modelId="{F766A69F-D742-4A91-AC73-92A7BED4F1DE}" type="pres">
      <dgm:prSet presAssocID="{DC47E20C-F498-4A02-A067-4B14ACB5B2ED}" presName="tx1" presStyleLbl="revTx" presStyleIdx="3" presStyleCnt="5"/>
      <dgm:spPr/>
    </dgm:pt>
    <dgm:pt modelId="{4AD11E44-8AA9-404C-B6F3-EF2E3AC9AFDA}" type="pres">
      <dgm:prSet presAssocID="{DC47E20C-F498-4A02-A067-4B14ACB5B2ED}" presName="vert1" presStyleCnt="0"/>
      <dgm:spPr/>
    </dgm:pt>
    <dgm:pt modelId="{FE4E37B6-94D7-4270-BDAD-486C19AC2E80}" type="pres">
      <dgm:prSet presAssocID="{7CDE5D46-6DD9-47B9-9810-AEB91681C21B}" presName="thickLine" presStyleLbl="alignNode1" presStyleIdx="4" presStyleCnt="5"/>
      <dgm:spPr/>
    </dgm:pt>
    <dgm:pt modelId="{409D260D-E34F-4594-9BF1-9764BB9A3720}" type="pres">
      <dgm:prSet presAssocID="{7CDE5D46-6DD9-47B9-9810-AEB91681C21B}" presName="horz1" presStyleCnt="0"/>
      <dgm:spPr/>
    </dgm:pt>
    <dgm:pt modelId="{254ABAFC-6CDF-47E5-8B7F-C06ECB5B07CA}" type="pres">
      <dgm:prSet presAssocID="{7CDE5D46-6DD9-47B9-9810-AEB91681C21B}" presName="tx1" presStyleLbl="revTx" presStyleIdx="4" presStyleCnt="5"/>
      <dgm:spPr/>
    </dgm:pt>
    <dgm:pt modelId="{614195D7-60D5-407C-9C94-231B691D2A9D}" type="pres">
      <dgm:prSet presAssocID="{7CDE5D46-6DD9-47B9-9810-AEB91681C21B}" presName="vert1" presStyleCnt="0"/>
      <dgm:spPr/>
    </dgm:pt>
  </dgm:ptLst>
  <dgm:cxnLst>
    <dgm:cxn modelId="{059D5702-EA8C-4D59-938E-72C3BE01013A}" type="presOf" srcId="{3A0544E0-193E-4C63-A460-CCEBC4694389}" destId="{8731AC53-52C0-4462-AAF2-0BC340E7E368}" srcOrd="0" destOrd="0" presId="urn:microsoft.com/office/officeart/2008/layout/LinedList"/>
    <dgm:cxn modelId="{6CC1020B-2C99-4D9E-B0FF-0F60169A8085}" srcId="{3A0544E0-193E-4C63-A460-CCEBC4694389}" destId="{3A46F2DB-B489-4757-8BB2-33D1CA2DE15B}" srcOrd="2" destOrd="0" parTransId="{5EAC3FA0-936E-49B8-A894-17C3B3B86473}" sibTransId="{B126C218-10D9-4112-8DDE-4D29471604EF}"/>
    <dgm:cxn modelId="{A5C7E02A-AAF5-4EAA-980B-A1BD19C4A3DA}" type="presOf" srcId="{3A46F2DB-B489-4757-8BB2-33D1CA2DE15B}" destId="{C32D5281-07E1-4D13-8F90-C42C157FBCFE}" srcOrd="0" destOrd="0" presId="urn:microsoft.com/office/officeart/2008/layout/LinedList"/>
    <dgm:cxn modelId="{5010D23C-3062-4CD6-BF73-D6010868592F}" srcId="{3A0544E0-193E-4C63-A460-CCEBC4694389}" destId="{DC47E20C-F498-4A02-A067-4B14ACB5B2ED}" srcOrd="3" destOrd="0" parTransId="{B15A125D-818D-4D9B-819E-92A93EC66FD2}" sibTransId="{EA0D39BF-7660-4BDB-BF9E-6E65D63AD45C}"/>
    <dgm:cxn modelId="{B9E4295C-11B1-49AA-9165-96B71377D6F4}" type="presOf" srcId="{27A04CBF-47CD-47DB-98EB-0651EA24A262}" destId="{3F88EDA2-9C9E-4240-9962-CDAD73C50773}" srcOrd="0" destOrd="0" presId="urn:microsoft.com/office/officeart/2008/layout/LinedList"/>
    <dgm:cxn modelId="{BA74D64F-74C4-428F-A48C-6C68DACB6860}" srcId="{3A0544E0-193E-4C63-A460-CCEBC4694389}" destId="{27A04CBF-47CD-47DB-98EB-0651EA24A262}" srcOrd="1" destOrd="0" parTransId="{B64D632C-1FD5-434F-A12C-EBF15C7DA02C}" sibTransId="{DB2DDE5F-8A7B-46A1-AA13-3BC38F0D6106}"/>
    <dgm:cxn modelId="{B4A96A51-B753-4F68-8753-2D96EF370A51}" type="presOf" srcId="{7CDE5D46-6DD9-47B9-9810-AEB91681C21B}" destId="{254ABAFC-6CDF-47E5-8B7F-C06ECB5B07CA}" srcOrd="0" destOrd="0" presId="urn:microsoft.com/office/officeart/2008/layout/LinedList"/>
    <dgm:cxn modelId="{551857CF-0624-442A-A1B8-A2E22D71F7D0}" type="presOf" srcId="{DC47E20C-F498-4A02-A067-4B14ACB5B2ED}" destId="{F766A69F-D742-4A91-AC73-92A7BED4F1DE}" srcOrd="0" destOrd="0" presId="urn:microsoft.com/office/officeart/2008/layout/LinedList"/>
    <dgm:cxn modelId="{EEC5DBDD-8170-492A-9770-735C37E92CBE}" srcId="{3A0544E0-193E-4C63-A460-CCEBC4694389}" destId="{E2431544-8E94-47F6-8CBB-0EC7A89D36AB}" srcOrd="0" destOrd="0" parTransId="{98F9E388-F190-4A83-BF6A-0DD7AAD09823}" sibTransId="{6AC24A8F-856C-46E9-9849-3AE62549DD21}"/>
    <dgm:cxn modelId="{BD2998DF-ED0F-481F-8408-44F2DEF9BD3C}" srcId="{3A0544E0-193E-4C63-A460-CCEBC4694389}" destId="{7CDE5D46-6DD9-47B9-9810-AEB91681C21B}" srcOrd="4" destOrd="0" parTransId="{0F6851E5-78F7-4E29-AD1E-DE4AFB8B1EBA}" sibTransId="{CE36C40E-C90C-4580-AE0F-2D0EB637F3AE}"/>
    <dgm:cxn modelId="{7C3068ED-E660-4782-BB6C-80D945E5FB08}" type="presOf" srcId="{E2431544-8E94-47F6-8CBB-0EC7A89D36AB}" destId="{04A8781C-6A4C-49EF-AB6A-2F68F422A753}" srcOrd="0" destOrd="0" presId="urn:microsoft.com/office/officeart/2008/layout/LinedList"/>
    <dgm:cxn modelId="{C4983530-6C5E-4FB8-B430-690EA01103D7}" type="presParOf" srcId="{8731AC53-52C0-4462-AAF2-0BC340E7E368}" destId="{527889B6-D9F5-43D2-9CCD-7146D13ED61F}" srcOrd="0" destOrd="0" presId="urn:microsoft.com/office/officeart/2008/layout/LinedList"/>
    <dgm:cxn modelId="{DACCEF8F-4EB1-42A5-B886-C76AA7735783}" type="presParOf" srcId="{8731AC53-52C0-4462-AAF2-0BC340E7E368}" destId="{54918C84-3AFC-4E48-BAF0-1C9990A83E51}" srcOrd="1" destOrd="0" presId="urn:microsoft.com/office/officeart/2008/layout/LinedList"/>
    <dgm:cxn modelId="{287F6323-5B0F-4887-9A23-84CC36F62E18}" type="presParOf" srcId="{54918C84-3AFC-4E48-BAF0-1C9990A83E51}" destId="{04A8781C-6A4C-49EF-AB6A-2F68F422A753}" srcOrd="0" destOrd="0" presId="urn:microsoft.com/office/officeart/2008/layout/LinedList"/>
    <dgm:cxn modelId="{C0F9DB10-6C35-4678-A228-8D04BE46E739}" type="presParOf" srcId="{54918C84-3AFC-4E48-BAF0-1C9990A83E51}" destId="{333A14D6-15DF-4011-81B0-E76268985614}" srcOrd="1" destOrd="0" presId="urn:microsoft.com/office/officeart/2008/layout/LinedList"/>
    <dgm:cxn modelId="{182840A8-A61B-4362-8AB2-29739B75C135}" type="presParOf" srcId="{8731AC53-52C0-4462-AAF2-0BC340E7E368}" destId="{C7E3DB81-B669-4FCB-A233-80FABE89885D}" srcOrd="2" destOrd="0" presId="urn:microsoft.com/office/officeart/2008/layout/LinedList"/>
    <dgm:cxn modelId="{3CEA930C-9237-4118-80EE-DB1C56D72F66}" type="presParOf" srcId="{8731AC53-52C0-4462-AAF2-0BC340E7E368}" destId="{AF867B46-1095-4B9F-B915-3A2502162CB8}" srcOrd="3" destOrd="0" presId="urn:microsoft.com/office/officeart/2008/layout/LinedList"/>
    <dgm:cxn modelId="{DEBF3DDF-768E-4BB1-BFE4-3517243F10EE}" type="presParOf" srcId="{AF867B46-1095-4B9F-B915-3A2502162CB8}" destId="{3F88EDA2-9C9E-4240-9962-CDAD73C50773}" srcOrd="0" destOrd="0" presId="urn:microsoft.com/office/officeart/2008/layout/LinedList"/>
    <dgm:cxn modelId="{585456AE-E4EF-45D2-8549-55F672AB0391}" type="presParOf" srcId="{AF867B46-1095-4B9F-B915-3A2502162CB8}" destId="{5394A379-76EF-4149-A695-CC830A6E30C1}" srcOrd="1" destOrd="0" presId="urn:microsoft.com/office/officeart/2008/layout/LinedList"/>
    <dgm:cxn modelId="{46072F83-B29D-440D-A005-70B9C905D1DD}" type="presParOf" srcId="{8731AC53-52C0-4462-AAF2-0BC340E7E368}" destId="{575A8C8B-C7BE-4C97-928D-267C46D747E5}" srcOrd="4" destOrd="0" presId="urn:microsoft.com/office/officeart/2008/layout/LinedList"/>
    <dgm:cxn modelId="{F6F5E529-2B45-4C88-8C71-4A9577B70D09}" type="presParOf" srcId="{8731AC53-52C0-4462-AAF2-0BC340E7E368}" destId="{55D99932-00B3-4AA7-9A1F-3AE6E8C14C67}" srcOrd="5" destOrd="0" presId="urn:microsoft.com/office/officeart/2008/layout/LinedList"/>
    <dgm:cxn modelId="{AB4B424A-4276-46AF-987B-543CD7D91964}" type="presParOf" srcId="{55D99932-00B3-4AA7-9A1F-3AE6E8C14C67}" destId="{C32D5281-07E1-4D13-8F90-C42C157FBCFE}" srcOrd="0" destOrd="0" presId="urn:microsoft.com/office/officeart/2008/layout/LinedList"/>
    <dgm:cxn modelId="{95F9724A-3FB5-42F1-B4D3-43C480C82709}" type="presParOf" srcId="{55D99932-00B3-4AA7-9A1F-3AE6E8C14C67}" destId="{4B97F08F-448F-4D03-A035-D7BAC5AF5CF9}" srcOrd="1" destOrd="0" presId="urn:microsoft.com/office/officeart/2008/layout/LinedList"/>
    <dgm:cxn modelId="{BE1CF5A2-67BE-4B43-B063-723CA3AC757B}" type="presParOf" srcId="{8731AC53-52C0-4462-AAF2-0BC340E7E368}" destId="{4EECFDC7-1F55-417A-9FBE-C9DB0592B669}" srcOrd="6" destOrd="0" presId="urn:microsoft.com/office/officeart/2008/layout/LinedList"/>
    <dgm:cxn modelId="{AECF1929-264F-4C3F-A1BD-F33D38965B95}" type="presParOf" srcId="{8731AC53-52C0-4462-AAF2-0BC340E7E368}" destId="{5FD46CFC-00C6-45CF-A5C3-A813394662AD}" srcOrd="7" destOrd="0" presId="urn:microsoft.com/office/officeart/2008/layout/LinedList"/>
    <dgm:cxn modelId="{545FADA6-F02F-4B74-A2F4-45929B268A5C}" type="presParOf" srcId="{5FD46CFC-00C6-45CF-A5C3-A813394662AD}" destId="{F766A69F-D742-4A91-AC73-92A7BED4F1DE}" srcOrd="0" destOrd="0" presId="urn:microsoft.com/office/officeart/2008/layout/LinedList"/>
    <dgm:cxn modelId="{4F1A3663-BC29-4585-B4A5-3AB0AEE6E39E}" type="presParOf" srcId="{5FD46CFC-00C6-45CF-A5C3-A813394662AD}" destId="{4AD11E44-8AA9-404C-B6F3-EF2E3AC9AFDA}" srcOrd="1" destOrd="0" presId="urn:microsoft.com/office/officeart/2008/layout/LinedList"/>
    <dgm:cxn modelId="{4FFDF81A-09F0-4AE1-A5BE-D3A79C9159E6}" type="presParOf" srcId="{8731AC53-52C0-4462-AAF2-0BC340E7E368}" destId="{FE4E37B6-94D7-4270-BDAD-486C19AC2E80}" srcOrd="8" destOrd="0" presId="urn:microsoft.com/office/officeart/2008/layout/LinedList"/>
    <dgm:cxn modelId="{7C3B7B45-4A33-42B5-A1C7-207ABC749650}" type="presParOf" srcId="{8731AC53-52C0-4462-AAF2-0BC340E7E368}" destId="{409D260D-E34F-4594-9BF1-9764BB9A3720}" srcOrd="9" destOrd="0" presId="urn:microsoft.com/office/officeart/2008/layout/LinedList"/>
    <dgm:cxn modelId="{8841DC0D-55A6-4612-9851-D873126EFEC6}" type="presParOf" srcId="{409D260D-E34F-4594-9BF1-9764BB9A3720}" destId="{254ABAFC-6CDF-47E5-8B7F-C06ECB5B07CA}" srcOrd="0" destOrd="0" presId="urn:microsoft.com/office/officeart/2008/layout/LinedList"/>
    <dgm:cxn modelId="{50DFC1F1-C238-4F36-AEFD-AA102ECA6FC0}" type="presParOf" srcId="{409D260D-E34F-4594-9BF1-9764BB9A3720}" destId="{614195D7-60D5-407C-9C94-231B691D2A9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7A562E-DC48-4FA7-A21D-59E020211363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DF266D3-D976-4FFC-AE4B-2A85D1492459}">
      <dgm:prSet/>
      <dgm:spPr/>
      <dgm:t>
        <a:bodyPr/>
        <a:lstStyle/>
        <a:p>
          <a:r>
            <a:rPr lang="en-US"/>
            <a:t>Bluetooth scan detecteert device (CMD)</a:t>
          </a:r>
        </a:p>
      </dgm:t>
    </dgm:pt>
    <dgm:pt modelId="{326B669A-065D-47FA-98A5-9B99DE7F8BA8}" type="parTrans" cxnId="{33686038-446F-4686-995C-E61AA236DF58}">
      <dgm:prSet/>
      <dgm:spPr/>
      <dgm:t>
        <a:bodyPr/>
        <a:lstStyle/>
        <a:p>
          <a:endParaRPr lang="en-US"/>
        </a:p>
      </dgm:t>
    </dgm:pt>
    <dgm:pt modelId="{FCE74144-4DAB-49CB-93D0-D90DA30A7BA3}" type="sibTrans" cxnId="{33686038-446F-4686-995C-E61AA236DF58}">
      <dgm:prSet/>
      <dgm:spPr/>
      <dgm:t>
        <a:bodyPr/>
        <a:lstStyle/>
        <a:p>
          <a:endParaRPr lang="en-US"/>
        </a:p>
      </dgm:t>
    </dgm:pt>
    <dgm:pt modelId="{8859D14D-474C-4023-A84C-A17C89BF2823}">
      <dgm:prSet/>
      <dgm:spPr/>
      <dgm:t>
        <a:bodyPr/>
        <a:lstStyle/>
        <a:p>
          <a:r>
            <a:rPr lang="en-US"/>
            <a:t>Scan-event naar backend</a:t>
          </a:r>
        </a:p>
      </dgm:t>
    </dgm:pt>
    <dgm:pt modelId="{EE005FC9-3854-4813-98B6-01E02F2A7CD9}" type="parTrans" cxnId="{3CB4D689-1B24-434C-A9AD-C80C7097A600}">
      <dgm:prSet/>
      <dgm:spPr/>
      <dgm:t>
        <a:bodyPr/>
        <a:lstStyle/>
        <a:p>
          <a:endParaRPr lang="en-US"/>
        </a:p>
      </dgm:t>
    </dgm:pt>
    <dgm:pt modelId="{5CD60DEE-630F-459C-8BB7-A65F35C5EDDF}" type="sibTrans" cxnId="{3CB4D689-1B24-434C-A9AD-C80C7097A600}">
      <dgm:prSet/>
      <dgm:spPr/>
      <dgm:t>
        <a:bodyPr/>
        <a:lstStyle/>
        <a:p>
          <a:endParaRPr lang="en-US"/>
        </a:p>
      </dgm:t>
    </dgm:pt>
    <dgm:pt modelId="{2B5EC559-00DA-4B5A-A721-FB837AAF947F}">
      <dgm:prSet/>
      <dgm:spPr/>
      <dgm:t>
        <a:bodyPr/>
        <a:lstStyle/>
        <a:p>
          <a:r>
            <a:rPr lang="en-US"/>
            <a:t>Validatie in Business Layer</a:t>
          </a:r>
        </a:p>
      </dgm:t>
    </dgm:pt>
    <dgm:pt modelId="{DB8BD482-9A22-478D-BD26-1FA819326CDC}" type="parTrans" cxnId="{0817506C-A22A-4363-A472-6540310D8E75}">
      <dgm:prSet/>
      <dgm:spPr/>
      <dgm:t>
        <a:bodyPr/>
        <a:lstStyle/>
        <a:p>
          <a:endParaRPr lang="en-US"/>
        </a:p>
      </dgm:t>
    </dgm:pt>
    <dgm:pt modelId="{0E134A71-0958-4B32-930C-D54A7BE7D3F5}" type="sibTrans" cxnId="{0817506C-A22A-4363-A472-6540310D8E75}">
      <dgm:prSet/>
      <dgm:spPr/>
      <dgm:t>
        <a:bodyPr/>
        <a:lstStyle/>
        <a:p>
          <a:endParaRPr lang="en-US"/>
        </a:p>
      </dgm:t>
    </dgm:pt>
    <dgm:pt modelId="{C798D048-B4D4-4388-BF75-8DF881FA707A}">
      <dgm:prSet/>
      <dgm:spPr/>
      <dgm:t>
        <a:bodyPr/>
        <a:lstStyle/>
        <a:p>
          <a:r>
            <a:rPr lang="en-US"/>
            <a:t>Counter wordt verhoogd (in-memory)</a:t>
          </a:r>
        </a:p>
      </dgm:t>
    </dgm:pt>
    <dgm:pt modelId="{A1435158-E1E4-4983-82FF-026CDF9F4DED}" type="parTrans" cxnId="{367F4F45-744A-4175-8191-EC5A9108F531}">
      <dgm:prSet/>
      <dgm:spPr/>
      <dgm:t>
        <a:bodyPr/>
        <a:lstStyle/>
        <a:p>
          <a:endParaRPr lang="en-US"/>
        </a:p>
      </dgm:t>
    </dgm:pt>
    <dgm:pt modelId="{5B605FEF-EDC7-46F0-9AA8-0D656C29E9E0}" type="sibTrans" cxnId="{367F4F45-744A-4175-8191-EC5A9108F531}">
      <dgm:prSet/>
      <dgm:spPr/>
      <dgm:t>
        <a:bodyPr/>
        <a:lstStyle/>
        <a:p>
          <a:endParaRPr lang="en-US"/>
        </a:p>
      </dgm:t>
    </dgm:pt>
    <dgm:pt modelId="{0A5E2E8E-0917-4C94-84A0-CFAD4379D747}">
      <dgm:prSet/>
      <dgm:spPr/>
      <dgm:t>
        <a:bodyPr/>
        <a:lstStyle/>
        <a:p>
          <a:r>
            <a:rPr lang="en-US"/>
            <a:t>WebSocket broadcast naar frontend</a:t>
          </a:r>
        </a:p>
      </dgm:t>
    </dgm:pt>
    <dgm:pt modelId="{7CD6101A-849F-4C95-8975-AF839C3740C6}" type="parTrans" cxnId="{B55DD861-3412-47A5-9B82-ADD101150661}">
      <dgm:prSet/>
      <dgm:spPr/>
      <dgm:t>
        <a:bodyPr/>
        <a:lstStyle/>
        <a:p>
          <a:endParaRPr lang="en-US"/>
        </a:p>
      </dgm:t>
    </dgm:pt>
    <dgm:pt modelId="{7B7AD451-5348-4395-805F-F0015552AE7E}" type="sibTrans" cxnId="{B55DD861-3412-47A5-9B82-ADD101150661}">
      <dgm:prSet/>
      <dgm:spPr/>
      <dgm:t>
        <a:bodyPr/>
        <a:lstStyle/>
        <a:p>
          <a:endParaRPr lang="en-US"/>
        </a:p>
      </dgm:t>
    </dgm:pt>
    <dgm:pt modelId="{5820DED2-B4F0-4AA1-9756-190D66486BFC}">
      <dgm:prSet/>
      <dgm:spPr/>
      <dgm:t>
        <a:bodyPr/>
        <a:lstStyle/>
        <a:p>
          <a:r>
            <a:rPr lang="en-US"/>
            <a:t>Live update zichtbaar op homepage</a:t>
          </a:r>
        </a:p>
      </dgm:t>
    </dgm:pt>
    <dgm:pt modelId="{EADF3EE3-1E85-40A0-A9EF-FF5C5BC81DD7}" type="parTrans" cxnId="{B88D2430-A9EC-496C-A7D2-089026BE65F2}">
      <dgm:prSet/>
      <dgm:spPr/>
      <dgm:t>
        <a:bodyPr/>
        <a:lstStyle/>
        <a:p>
          <a:endParaRPr lang="en-US"/>
        </a:p>
      </dgm:t>
    </dgm:pt>
    <dgm:pt modelId="{3C512D9D-FA2B-49C7-866C-AB37E29FC685}" type="sibTrans" cxnId="{B88D2430-A9EC-496C-A7D2-089026BE65F2}">
      <dgm:prSet/>
      <dgm:spPr/>
      <dgm:t>
        <a:bodyPr/>
        <a:lstStyle/>
        <a:p>
          <a:endParaRPr lang="en-US"/>
        </a:p>
      </dgm:t>
    </dgm:pt>
    <dgm:pt modelId="{6F18F462-77D6-4785-AEB5-140382F58474}" type="pres">
      <dgm:prSet presAssocID="{207A562E-DC48-4FA7-A21D-59E020211363}" presName="vert0" presStyleCnt="0">
        <dgm:presLayoutVars>
          <dgm:dir/>
          <dgm:animOne val="branch"/>
          <dgm:animLvl val="lvl"/>
        </dgm:presLayoutVars>
      </dgm:prSet>
      <dgm:spPr/>
    </dgm:pt>
    <dgm:pt modelId="{CBD62BD8-8196-4A5C-97AE-AD95F99CDFCA}" type="pres">
      <dgm:prSet presAssocID="{3DF266D3-D976-4FFC-AE4B-2A85D1492459}" presName="thickLine" presStyleLbl="alignNode1" presStyleIdx="0" presStyleCnt="6"/>
      <dgm:spPr/>
    </dgm:pt>
    <dgm:pt modelId="{916DF0B9-3453-4AF4-B40E-4D851B360E51}" type="pres">
      <dgm:prSet presAssocID="{3DF266D3-D976-4FFC-AE4B-2A85D1492459}" presName="horz1" presStyleCnt="0"/>
      <dgm:spPr/>
    </dgm:pt>
    <dgm:pt modelId="{2AABD8D3-D7A9-4F46-9D1E-3B52FE2BAA88}" type="pres">
      <dgm:prSet presAssocID="{3DF266D3-D976-4FFC-AE4B-2A85D1492459}" presName="tx1" presStyleLbl="revTx" presStyleIdx="0" presStyleCnt="6"/>
      <dgm:spPr/>
    </dgm:pt>
    <dgm:pt modelId="{15EC1642-74AF-4F0E-997F-070803E9E7C0}" type="pres">
      <dgm:prSet presAssocID="{3DF266D3-D976-4FFC-AE4B-2A85D1492459}" presName="vert1" presStyleCnt="0"/>
      <dgm:spPr/>
    </dgm:pt>
    <dgm:pt modelId="{5F99E2D5-87C4-458C-89A9-9A944A0C56E9}" type="pres">
      <dgm:prSet presAssocID="{8859D14D-474C-4023-A84C-A17C89BF2823}" presName="thickLine" presStyleLbl="alignNode1" presStyleIdx="1" presStyleCnt="6"/>
      <dgm:spPr/>
    </dgm:pt>
    <dgm:pt modelId="{A4F5306A-E2E8-4CBC-BA7D-2768730C5F5B}" type="pres">
      <dgm:prSet presAssocID="{8859D14D-474C-4023-A84C-A17C89BF2823}" presName="horz1" presStyleCnt="0"/>
      <dgm:spPr/>
    </dgm:pt>
    <dgm:pt modelId="{227EC342-AC69-4245-B6F4-2935DBCB5424}" type="pres">
      <dgm:prSet presAssocID="{8859D14D-474C-4023-A84C-A17C89BF2823}" presName="tx1" presStyleLbl="revTx" presStyleIdx="1" presStyleCnt="6"/>
      <dgm:spPr/>
    </dgm:pt>
    <dgm:pt modelId="{0B29A9D7-91C6-410C-9855-675C12B588C7}" type="pres">
      <dgm:prSet presAssocID="{8859D14D-474C-4023-A84C-A17C89BF2823}" presName="vert1" presStyleCnt="0"/>
      <dgm:spPr/>
    </dgm:pt>
    <dgm:pt modelId="{D7C0CF24-6FCD-4728-B561-DFC6A8D4FF44}" type="pres">
      <dgm:prSet presAssocID="{2B5EC559-00DA-4B5A-A721-FB837AAF947F}" presName="thickLine" presStyleLbl="alignNode1" presStyleIdx="2" presStyleCnt="6"/>
      <dgm:spPr/>
    </dgm:pt>
    <dgm:pt modelId="{76F49DBF-B8D6-40E2-B15F-58A2D16C6E8E}" type="pres">
      <dgm:prSet presAssocID="{2B5EC559-00DA-4B5A-A721-FB837AAF947F}" presName="horz1" presStyleCnt="0"/>
      <dgm:spPr/>
    </dgm:pt>
    <dgm:pt modelId="{E6FD0ABD-DE31-47C0-BDDA-7DA7B1B1CE55}" type="pres">
      <dgm:prSet presAssocID="{2B5EC559-00DA-4B5A-A721-FB837AAF947F}" presName="tx1" presStyleLbl="revTx" presStyleIdx="2" presStyleCnt="6"/>
      <dgm:spPr/>
    </dgm:pt>
    <dgm:pt modelId="{BD711034-A733-4381-B750-5CFBCEF4CE04}" type="pres">
      <dgm:prSet presAssocID="{2B5EC559-00DA-4B5A-A721-FB837AAF947F}" presName="vert1" presStyleCnt="0"/>
      <dgm:spPr/>
    </dgm:pt>
    <dgm:pt modelId="{22B5C808-6A0F-4E92-9246-6F3F012DFCFB}" type="pres">
      <dgm:prSet presAssocID="{C798D048-B4D4-4388-BF75-8DF881FA707A}" presName="thickLine" presStyleLbl="alignNode1" presStyleIdx="3" presStyleCnt="6"/>
      <dgm:spPr/>
    </dgm:pt>
    <dgm:pt modelId="{3A152095-73C4-4571-8877-8CCABD8228EF}" type="pres">
      <dgm:prSet presAssocID="{C798D048-B4D4-4388-BF75-8DF881FA707A}" presName="horz1" presStyleCnt="0"/>
      <dgm:spPr/>
    </dgm:pt>
    <dgm:pt modelId="{A65EAC51-25B5-4C05-B1BE-79D242725581}" type="pres">
      <dgm:prSet presAssocID="{C798D048-B4D4-4388-BF75-8DF881FA707A}" presName="tx1" presStyleLbl="revTx" presStyleIdx="3" presStyleCnt="6"/>
      <dgm:spPr/>
    </dgm:pt>
    <dgm:pt modelId="{79294C17-732C-4885-A5AA-9A882F5BE6BF}" type="pres">
      <dgm:prSet presAssocID="{C798D048-B4D4-4388-BF75-8DF881FA707A}" presName="vert1" presStyleCnt="0"/>
      <dgm:spPr/>
    </dgm:pt>
    <dgm:pt modelId="{6DE53FB8-C9C6-4808-B376-986D7DA6E4D0}" type="pres">
      <dgm:prSet presAssocID="{0A5E2E8E-0917-4C94-84A0-CFAD4379D747}" presName="thickLine" presStyleLbl="alignNode1" presStyleIdx="4" presStyleCnt="6"/>
      <dgm:spPr/>
    </dgm:pt>
    <dgm:pt modelId="{114EDD45-5F90-43B6-9A71-01693170BCB8}" type="pres">
      <dgm:prSet presAssocID="{0A5E2E8E-0917-4C94-84A0-CFAD4379D747}" presName="horz1" presStyleCnt="0"/>
      <dgm:spPr/>
    </dgm:pt>
    <dgm:pt modelId="{4618ACBB-7704-4E73-8C24-9D6FE9EB8175}" type="pres">
      <dgm:prSet presAssocID="{0A5E2E8E-0917-4C94-84A0-CFAD4379D747}" presName="tx1" presStyleLbl="revTx" presStyleIdx="4" presStyleCnt="6"/>
      <dgm:spPr/>
    </dgm:pt>
    <dgm:pt modelId="{6E0D6795-E370-4540-8F32-B6E7D29BE300}" type="pres">
      <dgm:prSet presAssocID="{0A5E2E8E-0917-4C94-84A0-CFAD4379D747}" presName="vert1" presStyleCnt="0"/>
      <dgm:spPr/>
    </dgm:pt>
    <dgm:pt modelId="{0210D624-70DA-4AB7-BBD4-AAB7807FBFC1}" type="pres">
      <dgm:prSet presAssocID="{5820DED2-B4F0-4AA1-9756-190D66486BFC}" presName="thickLine" presStyleLbl="alignNode1" presStyleIdx="5" presStyleCnt="6"/>
      <dgm:spPr/>
    </dgm:pt>
    <dgm:pt modelId="{2EC5B8B4-FA75-4654-901C-05ADA5D9682E}" type="pres">
      <dgm:prSet presAssocID="{5820DED2-B4F0-4AA1-9756-190D66486BFC}" presName="horz1" presStyleCnt="0"/>
      <dgm:spPr/>
    </dgm:pt>
    <dgm:pt modelId="{59AE0CD2-42A6-4ABD-918A-38F50130494D}" type="pres">
      <dgm:prSet presAssocID="{5820DED2-B4F0-4AA1-9756-190D66486BFC}" presName="tx1" presStyleLbl="revTx" presStyleIdx="5" presStyleCnt="6"/>
      <dgm:spPr/>
    </dgm:pt>
    <dgm:pt modelId="{804ED26D-B717-4306-9111-51CCFEDA0EF2}" type="pres">
      <dgm:prSet presAssocID="{5820DED2-B4F0-4AA1-9756-190D66486BFC}" presName="vert1" presStyleCnt="0"/>
      <dgm:spPr/>
    </dgm:pt>
  </dgm:ptLst>
  <dgm:cxnLst>
    <dgm:cxn modelId="{B88D2430-A9EC-496C-A7D2-089026BE65F2}" srcId="{207A562E-DC48-4FA7-A21D-59E020211363}" destId="{5820DED2-B4F0-4AA1-9756-190D66486BFC}" srcOrd="5" destOrd="0" parTransId="{EADF3EE3-1E85-40A0-A9EF-FF5C5BC81DD7}" sibTransId="{3C512D9D-FA2B-49C7-866C-AB37E29FC685}"/>
    <dgm:cxn modelId="{33686038-446F-4686-995C-E61AA236DF58}" srcId="{207A562E-DC48-4FA7-A21D-59E020211363}" destId="{3DF266D3-D976-4FFC-AE4B-2A85D1492459}" srcOrd="0" destOrd="0" parTransId="{326B669A-065D-47FA-98A5-9B99DE7F8BA8}" sibTransId="{FCE74144-4DAB-49CB-93D0-D90DA30A7BA3}"/>
    <dgm:cxn modelId="{B55DD861-3412-47A5-9B82-ADD101150661}" srcId="{207A562E-DC48-4FA7-A21D-59E020211363}" destId="{0A5E2E8E-0917-4C94-84A0-CFAD4379D747}" srcOrd="4" destOrd="0" parTransId="{7CD6101A-849F-4C95-8975-AF839C3740C6}" sibTransId="{7B7AD451-5348-4395-805F-F0015552AE7E}"/>
    <dgm:cxn modelId="{367F4F45-744A-4175-8191-EC5A9108F531}" srcId="{207A562E-DC48-4FA7-A21D-59E020211363}" destId="{C798D048-B4D4-4388-BF75-8DF881FA707A}" srcOrd="3" destOrd="0" parTransId="{A1435158-E1E4-4983-82FF-026CDF9F4DED}" sibTransId="{5B605FEF-EDC7-46F0-9AA8-0D656C29E9E0}"/>
    <dgm:cxn modelId="{0817506C-A22A-4363-A472-6540310D8E75}" srcId="{207A562E-DC48-4FA7-A21D-59E020211363}" destId="{2B5EC559-00DA-4B5A-A721-FB837AAF947F}" srcOrd="2" destOrd="0" parTransId="{DB8BD482-9A22-478D-BD26-1FA819326CDC}" sibTransId="{0E134A71-0958-4B32-930C-D54A7BE7D3F5}"/>
    <dgm:cxn modelId="{C16F456E-E82A-4DA9-B410-9712B4A097C9}" type="presOf" srcId="{207A562E-DC48-4FA7-A21D-59E020211363}" destId="{6F18F462-77D6-4785-AEB5-140382F58474}" srcOrd="0" destOrd="0" presId="urn:microsoft.com/office/officeart/2008/layout/LinedList"/>
    <dgm:cxn modelId="{3CB4D689-1B24-434C-A9AD-C80C7097A600}" srcId="{207A562E-DC48-4FA7-A21D-59E020211363}" destId="{8859D14D-474C-4023-A84C-A17C89BF2823}" srcOrd="1" destOrd="0" parTransId="{EE005FC9-3854-4813-98B6-01E02F2A7CD9}" sibTransId="{5CD60DEE-630F-459C-8BB7-A65F35C5EDDF}"/>
    <dgm:cxn modelId="{34FD1595-D6AB-461E-ACA7-D1AD35587A4F}" type="presOf" srcId="{3DF266D3-D976-4FFC-AE4B-2A85D1492459}" destId="{2AABD8D3-D7A9-4F46-9D1E-3B52FE2BAA88}" srcOrd="0" destOrd="0" presId="urn:microsoft.com/office/officeart/2008/layout/LinedList"/>
    <dgm:cxn modelId="{96FDC9A1-0F32-4C40-B00D-22E0AB0AC53D}" type="presOf" srcId="{2B5EC559-00DA-4B5A-A721-FB837AAF947F}" destId="{E6FD0ABD-DE31-47C0-BDDA-7DA7B1B1CE55}" srcOrd="0" destOrd="0" presId="urn:microsoft.com/office/officeart/2008/layout/LinedList"/>
    <dgm:cxn modelId="{95824DC5-C728-4920-BFFE-30DA1975A1B3}" type="presOf" srcId="{0A5E2E8E-0917-4C94-84A0-CFAD4379D747}" destId="{4618ACBB-7704-4E73-8C24-9D6FE9EB8175}" srcOrd="0" destOrd="0" presId="urn:microsoft.com/office/officeart/2008/layout/LinedList"/>
    <dgm:cxn modelId="{8C3D9ED9-D282-4B2D-87FD-637AD9DBA5B6}" type="presOf" srcId="{8859D14D-474C-4023-A84C-A17C89BF2823}" destId="{227EC342-AC69-4245-B6F4-2935DBCB5424}" srcOrd="0" destOrd="0" presId="urn:microsoft.com/office/officeart/2008/layout/LinedList"/>
    <dgm:cxn modelId="{7C1478DC-4F71-44B9-A8A6-9C44CA069409}" type="presOf" srcId="{5820DED2-B4F0-4AA1-9756-190D66486BFC}" destId="{59AE0CD2-42A6-4ABD-918A-38F50130494D}" srcOrd="0" destOrd="0" presId="urn:microsoft.com/office/officeart/2008/layout/LinedList"/>
    <dgm:cxn modelId="{F3650BF6-7237-42C1-97B3-E8DF0E26E327}" type="presOf" srcId="{C798D048-B4D4-4388-BF75-8DF881FA707A}" destId="{A65EAC51-25B5-4C05-B1BE-79D242725581}" srcOrd="0" destOrd="0" presId="urn:microsoft.com/office/officeart/2008/layout/LinedList"/>
    <dgm:cxn modelId="{051C090E-FD48-411D-B866-37431A16F335}" type="presParOf" srcId="{6F18F462-77D6-4785-AEB5-140382F58474}" destId="{CBD62BD8-8196-4A5C-97AE-AD95F99CDFCA}" srcOrd="0" destOrd="0" presId="urn:microsoft.com/office/officeart/2008/layout/LinedList"/>
    <dgm:cxn modelId="{959F676F-9F52-4206-B992-125A589E25A2}" type="presParOf" srcId="{6F18F462-77D6-4785-AEB5-140382F58474}" destId="{916DF0B9-3453-4AF4-B40E-4D851B360E51}" srcOrd="1" destOrd="0" presId="urn:microsoft.com/office/officeart/2008/layout/LinedList"/>
    <dgm:cxn modelId="{65B62EA7-2D55-4051-B43C-E0A9BCB6075C}" type="presParOf" srcId="{916DF0B9-3453-4AF4-B40E-4D851B360E51}" destId="{2AABD8D3-D7A9-4F46-9D1E-3B52FE2BAA88}" srcOrd="0" destOrd="0" presId="urn:microsoft.com/office/officeart/2008/layout/LinedList"/>
    <dgm:cxn modelId="{26B4645F-26ED-404E-B9B2-73F1934807FD}" type="presParOf" srcId="{916DF0B9-3453-4AF4-B40E-4D851B360E51}" destId="{15EC1642-74AF-4F0E-997F-070803E9E7C0}" srcOrd="1" destOrd="0" presId="urn:microsoft.com/office/officeart/2008/layout/LinedList"/>
    <dgm:cxn modelId="{DB8DD1A9-2733-4741-9E3D-0A22BE4B20E0}" type="presParOf" srcId="{6F18F462-77D6-4785-AEB5-140382F58474}" destId="{5F99E2D5-87C4-458C-89A9-9A944A0C56E9}" srcOrd="2" destOrd="0" presId="urn:microsoft.com/office/officeart/2008/layout/LinedList"/>
    <dgm:cxn modelId="{8F68BBEF-3BC0-4123-83E5-264A360C1A3A}" type="presParOf" srcId="{6F18F462-77D6-4785-AEB5-140382F58474}" destId="{A4F5306A-E2E8-4CBC-BA7D-2768730C5F5B}" srcOrd="3" destOrd="0" presId="urn:microsoft.com/office/officeart/2008/layout/LinedList"/>
    <dgm:cxn modelId="{948EC1A5-129C-4E62-9F5D-0D7C3D16B291}" type="presParOf" srcId="{A4F5306A-E2E8-4CBC-BA7D-2768730C5F5B}" destId="{227EC342-AC69-4245-B6F4-2935DBCB5424}" srcOrd="0" destOrd="0" presId="urn:microsoft.com/office/officeart/2008/layout/LinedList"/>
    <dgm:cxn modelId="{5F4C0B0D-09EC-4A37-ABB6-050361AF5241}" type="presParOf" srcId="{A4F5306A-E2E8-4CBC-BA7D-2768730C5F5B}" destId="{0B29A9D7-91C6-410C-9855-675C12B588C7}" srcOrd="1" destOrd="0" presId="urn:microsoft.com/office/officeart/2008/layout/LinedList"/>
    <dgm:cxn modelId="{FF1B625D-FE2B-4BD9-B52E-6D5FD5FB0245}" type="presParOf" srcId="{6F18F462-77D6-4785-AEB5-140382F58474}" destId="{D7C0CF24-6FCD-4728-B561-DFC6A8D4FF44}" srcOrd="4" destOrd="0" presId="urn:microsoft.com/office/officeart/2008/layout/LinedList"/>
    <dgm:cxn modelId="{2E98AD9D-742F-4C77-AB1E-2CCD149F4432}" type="presParOf" srcId="{6F18F462-77D6-4785-AEB5-140382F58474}" destId="{76F49DBF-B8D6-40E2-B15F-58A2D16C6E8E}" srcOrd="5" destOrd="0" presId="urn:microsoft.com/office/officeart/2008/layout/LinedList"/>
    <dgm:cxn modelId="{90E28DB6-4586-4D58-B5F8-B499AB8E81A5}" type="presParOf" srcId="{76F49DBF-B8D6-40E2-B15F-58A2D16C6E8E}" destId="{E6FD0ABD-DE31-47C0-BDDA-7DA7B1B1CE55}" srcOrd="0" destOrd="0" presId="urn:microsoft.com/office/officeart/2008/layout/LinedList"/>
    <dgm:cxn modelId="{1D691BC4-EBBD-4E8B-8055-E8115AA672A0}" type="presParOf" srcId="{76F49DBF-B8D6-40E2-B15F-58A2D16C6E8E}" destId="{BD711034-A733-4381-B750-5CFBCEF4CE04}" srcOrd="1" destOrd="0" presId="urn:microsoft.com/office/officeart/2008/layout/LinedList"/>
    <dgm:cxn modelId="{C6C3A6F6-4A88-4AC5-8CE7-6B4CC57A33B9}" type="presParOf" srcId="{6F18F462-77D6-4785-AEB5-140382F58474}" destId="{22B5C808-6A0F-4E92-9246-6F3F012DFCFB}" srcOrd="6" destOrd="0" presId="urn:microsoft.com/office/officeart/2008/layout/LinedList"/>
    <dgm:cxn modelId="{7E05B3D6-406F-42CC-ABCB-C039626ADD1B}" type="presParOf" srcId="{6F18F462-77D6-4785-AEB5-140382F58474}" destId="{3A152095-73C4-4571-8877-8CCABD8228EF}" srcOrd="7" destOrd="0" presId="urn:microsoft.com/office/officeart/2008/layout/LinedList"/>
    <dgm:cxn modelId="{0D591473-6A1D-47C3-8C12-2E4231ED0BCB}" type="presParOf" srcId="{3A152095-73C4-4571-8877-8CCABD8228EF}" destId="{A65EAC51-25B5-4C05-B1BE-79D242725581}" srcOrd="0" destOrd="0" presId="urn:microsoft.com/office/officeart/2008/layout/LinedList"/>
    <dgm:cxn modelId="{8CFB7CE1-C993-4997-ACAB-9114FC46BFAB}" type="presParOf" srcId="{3A152095-73C4-4571-8877-8CCABD8228EF}" destId="{79294C17-732C-4885-A5AA-9A882F5BE6BF}" srcOrd="1" destOrd="0" presId="urn:microsoft.com/office/officeart/2008/layout/LinedList"/>
    <dgm:cxn modelId="{DACAAD9F-7BAF-42CE-9F14-DE734D43B9F9}" type="presParOf" srcId="{6F18F462-77D6-4785-AEB5-140382F58474}" destId="{6DE53FB8-C9C6-4808-B376-986D7DA6E4D0}" srcOrd="8" destOrd="0" presId="urn:microsoft.com/office/officeart/2008/layout/LinedList"/>
    <dgm:cxn modelId="{2C37D4FA-3629-439A-9D94-010C22C3A78D}" type="presParOf" srcId="{6F18F462-77D6-4785-AEB5-140382F58474}" destId="{114EDD45-5F90-43B6-9A71-01693170BCB8}" srcOrd="9" destOrd="0" presId="urn:microsoft.com/office/officeart/2008/layout/LinedList"/>
    <dgm:cxn modelId="{7C303668-BC8D-46EE-8A47-4386F6030DA3}" type="presParOf" srcId="{114EDD45-5F90-43B6-9A71-01693170BCB8}" destId="{4618ACBB-7704-4E73-8C24-9D6FE9EB8175}" srcOrd="0" destOrd="0" presId="urn:microsoft.com/office/officeart/2008/layout/LinedList"/>
    <dgm:cxn modelId="{F5F6A947-9ECD-404A-AC23-690E07F191AA}" type="presParOf" srcId="{114EDD45-5F90-43B6-9A71-01693170BCB8}" destId="{6E0D6795-E370-4540-8F32-B6E7D29BE300}" srcOrd="1" destOrd="0" presId="urn:microsoft.com/office/officeart/2008/layout/LinedList"/>
    <dgm:cxn modelId="{B4B231FE-BBD4-40FD-84F3-0C46059A4A9F}" type="presParOf" srcId="{6F18F462-77D6-4785-AEB5-140382F58474}" destId="{0210D624-70DA-4AB7-BBD4-AAB7807FBFC1}" srcOrd="10" destOrd="0" presId="urn:microsoft.com/office/officeart/2008/layout/LinedList"/>
    <dgm:cxn modelId="{54F1D84D-FE20-4BB4-ACAA-86E405B0CE4C}" type="presParOf" srcId="{6F18F462-77D6-4785-AEB5-140382F58474}" destId="{2EC5B8B4-FA75-4654-901C-05ADA5D9682E}" srcOrd="11" destOrd="0" presId="urn:microsoft.com/office/officeart/2008/layout/LinedList"/>
    <dgm:cxn modelId="{8ACB18EC-07D0-413B-8FEA-FEB113E59D5B}" type="presParOf" srcId="{2EC5B8B4-FA75-4654-901C-05ADA5D9682E}" destId="{59AE0CD2-42A6-4ABD-918A-38F50130494D}" srcOrd="0" destOrd="0" presId="urn:microsoft.com/office/officeart/2008/layout/LinedList"/>
    <dgm:cxn modelId="{C1948E1C-E698-493E-8DA6-CC4BCEB3213D}" type="presParOf" srcId="{2EC5B8B4-FA75-4654-901C-05ADA5D9682E}" destId="{804ED26D-B717-4306-9111-51CCFEDA0EF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6AA5CD6-9C76-4BE6-828D-FDC54B8BB59D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94A4DF0-61C7-44D4-B35A-ED9A1BF76D60}">
      <dgm:prSet/>
      <dgm:spPr/>
      <dgm:t>
        <a:bodyPr/>
        <a:lstStyle/>
        <a:p>
          <a:r>
            <a:rPr lang="en-US"/>
            <a:t>Elke scan verhoogt in-memory teller</a:t>
          </a:r>
        </a:p>
      </dgm:t>
    </dgm:pt>
    <dgm:pt modelId="{E314EF81-8696-4A89-A37C-CE62CAE33D58}" type="parTrans" cxnId="{FBDE8264-C66D-4CB9-8521-45E603876C3E}">
      <dgm:prSet/>
      <dgm:spPr/>
      <dgm:t>
        <a:bodyPr/>
        <a:lstStyle/>
        <a:p>
          <a:endParaRPr lang="en-US"/>
        </a:p>
      </dgm:t>
    </dgm:pt>
    <dgm:pt modelId="{4782F0A2-6017-4110-97B5-A30DDDC7CE76}" type="sibTrans" cxnId="{FBDE8264-C66D-4CB9-8521-45E603876C3E}">
      <dgm:prSet/>
      <dgm:spPr/>
      <dgm:t>
        <a:bodyPr/>
        <a:lstStyle/>
        <a:p>
          <a:endParaRPr lang="en-US"/>
        </a:p>
      </dgm:t>
    </dgm:pt>
    <dgm:pt modelId="{8DA94F6C-DFE3-40DC-A5EC-2E1F95246F58}">
      <dgm:prSet/>
      <dgm:spPr/>
      <dgm:t>
        <a:bodyPr/>
        <a:lstStyle/>
        <a:p>
          <a:r>
            <a:rPr lang="en-US"/>
            <a:t>Geen database-opslag per device</a:t>
          </a:r>
        </a:p>
      </dgm:t>
    </dgm:pt>
    <dgm:pt modelId="{90A20800-ABB7-4EE8-B0F5-C416E63AA473}" type="parTrans" cxnId="{2235E67E-D760-4F05-ADA7-8DF56C3EC380}">
      <dgm:prSet/>
      <dgm:spPr/>
      <dgm:t>
        <a:bodyPr/>
        <a:lstStyle/>
        <a:p>
          <a:endParaRPr lang="en-US"/>
        </a:p>
      </dgm:t>
    </dgm:pt>
    <dgm:pt modelId="{BC72E53A-1F53-4850-A598-EE2A2A4C0DE0}" type="sibTrans" cxnId="{2235E67E-D760-4F05-ADA7-8DF56C3EC380}">
      <dgm:prSet/>
      <dgm:spPr/>
      <dgm:t>
        <a:bodyPr/>
        <a:lstStyle/>
        <a:p>
          <a:endParaRPr lang="en-US"/>
        </a:p>
      </dgm:t>
    </dgm:pt>
    <dgm:pt modelId="{7F2A4B49-DBE0-4B5D-8FD7-DBFC64732CCC}">
      <dgm:prSet/>
      <dgm:spPr/>
      <dgm:t>
        <a:bodyPr/>
        <a:lstStyle/>
        <a:p>
          <a:r>
            <a:rPr lang="en-US"/>
            <a:t>Scheduler triggert opslag elk uur</a:t>
          </a:r>
        </a:p>
      </dgm:t>
    </dgm:pt>
    <dgm:pt modelId="{1941FFF9-B892-4FD0-BF9C-C89B18FF9BAF}" type="parTrans" cxnId="{13A56334-E1FD-4A42-AA77-E4A0779991D0}">
      <dgm:prSet/>
      <dgm:spPr/>
      <dgm:t>
        <a:bodyPr/>
        <a:lstStyle/>
        <a:p>
          <a:endParaRPr lang="en-US"/>
        </a:p>
      </dgm:t>
    </dgm:pt>
    <dgm:pt modelId="{035AA67A-C5D8-4B8C-A4BF-967BC31D712E}" type="sibTrans" cxnId="{13A56334-E1FD-4A42-AA77-E4A0779991D0}">
      <dgm:prSet/>
      <dgm:spPr/>
      <dgm:t>
        <a:bodyPr/>
        <a:lstStyle/>
        <a:p>
          <a:endParaRPr lang="en-US"/>
        </a:p>
      </dgm:t>
    </dgm:pt>
    <dgm:pt modelId="{F5D41382-1365-4115-A347-9C73B023655E}">
      <dgm:prSet/>
      <dgm:spPr/>
      <dgm:t>
        <a:bodyPr/>
        <a:lstStyle/>
        <a:p>
          <a:r>
            <a:rPr lang="en-US"/>
            <a:t>Totaal wordt opgeslagen in database</a:t>
          </a:r>
        </a:p>
      </dgm:t>
    </dgm:pt>
    <dgm:pt modelId="{8F822CC6-6DE5-469B-BA4B-667A31E361C6}" type="parTrans" cxnId="{8B7D1051-75E5-416E-A103-645391D28060}">
      <dgm:prSet/>
      <dgm:spPr/>
      <dgm:t>
        <a:bodyPr/>
        <a:lstStyle/>
        <a:p>
          <a:endParaRPr lang="en-US"/>
        </a:p>
      </dgm:t>
    </dgm:pt>
    <dgm:pt modelId="{0C20BDC1-59F6-40C3-8408-070862D6C7B4}" type="sibTrans" cxnId="{8B7D1051-75E5-416E-A103-645391D28060}">
      <dgm:prSet/>
      <dgm:spPr/>
      <dgm:t>
        <a:bodyPr/>
        <a:lstStyle/>
        <a:p>
          <a:endParaRPr lang="en-US"/>
        </a:p>
      </dgm:t>
    </dgm:pt>
    <dgm:pt modelId="{ACBCB183-5554-4798-B536-31270B2566F0}">
      <dgm:prSet/>
      <dgm:spPr/>
      <dgm:t>
        <a:bodyPr/>
        <a:lstStyle/>
        <a:p>
          <a:r>
            <a:rPr lang="en-US"/>
            <a:t>Counter wordt gereset</a:t>
          </a:r>
        </a:p>
      </dgm:t>
    </dgm:pt>
    <dgm:pt modelId="{E5E00F3B-2EFC-4589-9EDB-63E0E2B5B765}" type="parTrans" cxnId="{2B9AC1EC-88F0-4C21-958D-49D44A74DE15}">
      <dgm:prSet/>
      <dgm:spPr/>
      <dgm:t>
        <a:bodyPr/>
        <a:lstStyle/>
        <a:p>
          <a:endParaRPr lang="en-US"/>
        </a:p>
      </dgm:t>
    </dgm:pt>
    <dgm:pt modelId="{D239FC5A-FD91-4173-982A-AA6A6762629D}" type="sibTrans" cxnId="{2B9AC1EC-88F0-4C21-958D-49D44A74DE15}">
      <dgm:prSet/>
      <dgm:spPr/>
      <dgm:t>
        <a:bodyPr/>
        <a:lstStyle/>
        <a:p>
          <a:endParaRPr lang="en-US"/>
        </a:p>
      </dgm:t>
    </dgm:pt>
    <dgm:pt modelId="{5386CDB9-7B1D-4151-99BA-3EDB73A10D5F}" type="pres">
      <dgm:prSet presAssocID="{46AA5CD6-9C76-4BE6-828D-FDC54B8BB59D}" presName="vert0" presStyleCnt="0">
        <dgm:presLayoutVars>
          <dgm:dir/>
          <dgm:animOne val="branch"/>
          <dgm:animLvl val="lvl"/>
        </dgm:presLayoutVars>
      </dgm:prSet>
      <dgm:spPr/>
    </dgm:pt>
    <dgm:pt modelId="{63E8C737-8DA9-4713-BF10-A8BC9E7439F3}" type="pres">
      <dgm:prSet presAssocID="{594A4DF0-61C7-44D4-B35A-ED9A1BF76D60}" presName="thickLine" presStyleLbl="alignNode1" presStyleIdx="0" presStyleCnt="5"/>
      <dgm:spPr/>
    </dgm:pt>
    <dgm:pt modelId="{EB7FAD5D-5133-400E-BE80-934B253441C8}" type="pres">
      <dgm:prSet presAssocID="{594A4DF0-61C7-44D4-B35A-ED9A1BF76D60}" presName="horz1" presStyleCnt="0"/>
      <dgm:spPr/>
    </dgm:pt>
    <dgm:pt modelId="{E07D7527-1FF4-4F41-B089-E5529677E74D}" type="pres">
      <dgm:prSet presAssocID="{594A4DF0-61C7-44D4-B35A-ED9A1BF76D60}" presName="tx1" presStyleLbl="revTx" presStyleIdx="0" presStyleCnt="5"/>
      <dgm:spPr/>
    </dgm:pt>
    <dgm:pt modelId="{CA0619E4-25EE-45E3-931D-4E68CCAC2EB4}" type="pres">
      <dgm:prSet presAssocID="{594A4DF0-61C7-44D4-B35A-ED9A1BF76D60}" presName="vert1" presStyleCnt="0"/>
      <dgm:spPr/>
    </dgm:pt>
    <dgm:pt modelId="{F1557AE0-8BE3-4782-B1EF-5E8D311034B6}" type="pres">
      <dgm:prSet presAssocID="{8DA94F6C-DFE3-40DC-A5EC-2E1F95246F58}" presName="thickLine" presStyleLbl="alignNode1" presStyleIdx="1" presStyleCnt="5"/>
      <dgm:spPr/>
    </dgm:pt>
    <dgm:pt modelId="{115D4C47-507E-4A0B-A914-569B20730C9B}" type="pres">
      <dgm:prSet presAssocID="{8DA94F6C-DFE3-40DC-A5EC-2E1F95246F58}" presName="horz1" presStyleCnt="0"/>
      <dgm:spPr/>
    </dgm:pt>
    <dgm:pt modelId="{655A3C9C-1767-40A6-8E5F-C60C49E29EB1}" type="pres">
      <dgm:prSet presAssocID="{8DA94F6C-DFE3-40DC-A5EC-2E1F95246F58}" presName="tx1" presStyleLbl="revTx" presStyleIdx="1" presStyleCnt="5"/>
      <dgm:spPr/>
    </dgm:pt>
    <dgm:pt modelId="{398E5860-3B9E-4E01-A83E-86C68F751D79}" type="pres">
      <dgm:prSet presAssocID="{8DA94F6C-DFE3-40DC-A5EC-2E1F95246F58}" presName="vert1" presStyleCnt="0"/>
      <dgm:spPr/>
    </dgm:pt>
    <dgm:pt modelId="{989F805E-0BE9-47F7-80CA-3FD2648EED37}" type="pres">
      <dgm:prSet presAssocID="{7F2A4B49-DBE0-4B5D-8FD7-DBFC64732CCC}" presName="thickLine" presStyleLbl="alignNode1" presStyleIdx="2" presStyleCnt="5"/>
      <dgm:spPr/>
    </dgm:pt>
    <dgm:pt modelId="{2C9EA592-E278-41F3-9045-09B519C80D03}" type="pres">
      <dgm:prSet presAssocID="{7F2A4B49-DBE0-4B5D-8FD7-DBFC64732CCC}" presName="horz1" presStyleCnt="0"/>
      <dgm:spPr/>
    </dgm:pt>
    <dgm:pt modelId="{AF702057-2305-4F00-AE3E-DC34F9CDA2EF}" type="pres">
      <dgm:prSet presAssocID="{7F2A4B49-DBE0-4B5D-8FD7-DBFC64732CCC}" presName="tx1" presStyleLbl="revTx" presStyleIdx="2" presStyleCnt="5"/>
      <dgm:spPr/>
    </dgm:pt>
    <dgm:pt modelId="{6F9A3A0B-8FA8-467D-B014-2C4AE5D8996B}" type="pres">
      <dgm:prSet presAssocID="{7F2A4B49-DBE0-4B5D-8FD7-DBFC64732CCC}" presName="vert1" presStyleCnt="0"/>
      <dgm:spPr/>
    </dgm:pt>
    <dgm:pt modelId="{509173F5-D429-437B-83E7-983C71F8D240}" type="pres">
      <dgm:prSet presAssocID="{F5D41382-1365-4115-A347-9C73B023655E}" presName="thickLine" presStyleLbl="alignNode1" presStyleIdx="3" presStyleCnt="5"/>
      <dgm:spPr/>
    </dgm:pt>
    <dgm:pt modelId="{4D81BCD9-5C21-467B-898D-017144ED7343}" type="pres">
      <dgm:prSet presAssocID="{F5D41382-1365-4115-A347-9C73B023655E}" presName="horz1" presStyleCnt="0"/>
      <dgm:spPr/>
    </dgm:pt>
    <dgm:pt modelId="{02983531-9DAA-43B0-AD4C-215235271B40}" type="pres">
      <dgm:prSet presAssocID="{F5D41382-1365-4115-A347-9C73B023655E}" presName="tx1" presStyleLbl="revTx" presStyleIdx="3" presStyleCnt="5"/>
      <dgm:spPr/>
    </dgm:pt>
    <dgm:pt modelId="{A360BBD5-BF07-44A7-8207-34B5F31D6071}" type="pres">
      <dgm:prSet presAssocID="{F5D41382-1365-4115-A347-9C73B023655E}" presName="vert1" presStyleCnt="0"/>
      <dgm:spPr/>
    </dgm:pt>
    <dgm:pt modelId="{B10B2EFE-A06F-46FF-BDA0-5D7C912D6EB3}" type="pres">
      <dgm:prSet presAssocID="{ACBCB183-5554-4798-B536-31270B2566F0}" presName="thickLine" presStyleLbl="alignNode1" presStyleIdx="4" presStyleCnt="5"/>
      <dgm:spPr/>
    </dgm:pt>
    <dgm:pt modelId="{CFA89BA9-4727-46E5-8E7C-9954A05523E3}" type="pres">
      <dgm:prSet presAssocID="{ACBCB183-5554-4798-B536-31270B2566F0}" presName="horz1" presStyleCnt="0"/>
      <dgm:spPr/>
    </dgm:pt>
    <dgm:pt modelId="{A8DDD3F5-2934-43C1-AD08-26DAE82ED313}" type="pres">
      <dgm:prSet presAssocID="{ACBCB183-5554-4798-B536-31270B2566F0}" presName="tx1" presStyleLbl="revTx" presStyleIdx="4" presStyleCnt="5"/>
      <dgm:spPr/>
    </dgm:pt>
    <dgm:pt modelId="{2A1D8AD0-3532-4CE9-8472-493D278DC0EE}" type="pres">
      <dgm:prSet presAssocID="{ACBCB183-5554-4798-B536-31270B2566F0}" presName="vert1" presStyleCnt="0"/>
      <dgm:spPr/>
    </dgm:pt>
  </dgm:ptLst>
  <dgm:cxnLst>
    <dgm:cxn modelId="{F003B523-33F4-4A61-8A40-BDDD56A19263}" type="presOf" srcId="{F5D41382-1365-4115-A347-9C73B023655E}" destId="{02983531-9DAA-43B0-AD4C-215235271B40}" srcOrd="0" destOrd="0" presId="urn:microsoft.com/office/officeart/2008/layout/LinedList"/>
    <dgm:cxn modelId="{13A56334-E1FD-4A42-AA77-E4A0779991D0}" srcId="{46AA5CD6-9C76-4BE6-828D-FDC54B8BB59D}" destId="{7F2A4B49-DBE0-4B5D-8FD7-DBFC64732CCC}" srcOrd="2" destOrd="0" parTransId="{1941FFF9-B892-4FD0-BF9C-C89B18FF9BAF}" sibTransId="{035AA67A-C5D8-4B8C-A4BF-967BC31D712E}"/>
    <dgm:cxn modelId="{FBDE8264-C66D-4CB9-8521-45E603876C3E}" srcId="{46AA5CD6-9C76-4BE6-828D-FDC54B8BB59D}" destId="{594A4DF0-61C7-44D4-B35A-ED9A1BF76D60}" srcOrd="0" destOrd="0" parTransId="{E314EF81-8696-4A89-A37C-CE62CAE33D58}" sibTransId="{4782F0A2-6017-4110-97B5-A30DDDC7CE76}"/>
    <dgm:cxn modelId="{DECD936A-2EA4-437D-8A5F-480D13BAB890}" type="presOf" srcId="{7F2A4B49-DBE0-4B5D-8FD7-DBFC64732CCC}" destId="{AF702057-2305-4F00-AE3E-DC34F9CDA2EF}" srcOrd="0" destOrd="0" presId="urn:microsoft.com/office/officeart/2008/layout/LinedList"/>
    <dgm:cxn modelId="{BD15BA4C-E8E2-484B-97FB-51E9A9C9CD75}" type="presOf" srcId="{ACBCB183-5554-4798-B536-31270B2566F0}" destId="{A8DDD3F5-2934-43C1-AD08-26DAE82ED313}" srcOrd="0" destOrd="0" presId="urn:microsoft.com/office/officeart/2008/layout/LinedList"/>
    <dgm:cxn modelId="{8B7D1051-75E5-416E-A103-645391D28060}" srcId="{46AA5CD6-9C76-4BE6-828D-FDC54B8BB59D}" destId="{F5D41382-1365-4115-A347-9C73B023655E}" srcOrd="3" destOrd="0" parTransId="{8F822CC6-6DE5-469B-BA4B-667A31E361C6}" sibTransId="{0C20BDC1-59F6-40C3-8408-070862D6C7B4}"/>
    <dgm:cxn modelId="{E2D2E057-AC25-4E40-98F5-ECB5572AB0BA}" type="presOf" srcId="{594A4DF0-61C7-44D4-B35A-ED9A1BF76D60}" destId="{E07D7527-1FF4-4F41-B089-E5529677E74D}" srcOrd="0" destOrd="0" presId="urn:microsoft.com/office/officeart/2008/layout/LinedList"/>
    <dgm:cxn modelId="{2235E67E-D760-4F05-ADA7-8DF56C3EC380}" srcId="{46AA5CD6-9C76-4BE6-828D-FDC54B8BB59D}" destId="{8DA94F6C-DFE3-40DC-A5EC-2E1F95246F58}" srcOrd="1" destOrd="0" parTransId="{90A20800-ABB7-4EE8-B0F5-C416E63AA473}" sibTransId="{BC72E53A-1F53-4850-A598-EE2A2A4C0DE0}"/>
    <dgm:cxn modelId="{319F26BA-A484-4BCF-9EA9-78B20682FE0C}" type="presOf" srcId="{8DA94F6C-DFE3-40DC-A5EC-2E1F95246F58}" destId="{655A3C9C-1767-40A6-8E5F-C60C49E29EB1}" srcOrd="0" destOrd="0" presId="urn:microsoft.com/office/officeart/2008/layout/LinedList"/>
    <dgm:cxn modelId="{D0747AE3-50E1-458D-8B26-D5AD2996D6BC}" type="presOf" srcId="{46AA5CD6-9C76-4BE6-828D-FDC54B8BB59D}" destId="{5386CDB9-7B1D-4151-99BA-3EDB73A10D5F}" srcOrd="0" destOrd="0" presId="urn:microsoft.com/office/officeart/2008/layout/LinedList"/>
    <dgm:cxn modelId="{2B9AC1EC-88F0-4C21-958D-49D44A74DE15}" srcId="{46AA5CD6-9C76-4BE6-828D-FDC54B8BB59D}" destId="{ACBCB183-5554-4798-B536-31270B2566F0}" srcOrd="4" destOrd="0" parTransId="{E5E00F3B-2EFC-4589-9EDB-63E0E2B5B765}" sibTransId="{D239FC5A-FD91-4173-982A-AA6A6762629D}"/>
    <dgm:cxn modelId="{0DC35812-906E-4809-9DD0-3008C41A6721}" type="presParOf" srcId="{5386CDB9-7B1D-4151-99BA-3EDB73A10D5F}" destId="{63E8C737-8DA9-4713-BF10-A8BC9E7439F3}" srcOrd="0" destOrd="0" presId="urn:microsoft.com/office/officeart/2008/layout/LinedList"/>
    <dgm:cxn modelId="{6FB280B1-0AF0-48BD-B978-9575EF9881C2}" type="presParOf" srcId="{5386CDB9-7B1D-4151-99BA-3EDB73A10D5F}" destId="{EB7FAD5D-5133-400E-BE80-934B253441C8}" srcOrd="1" destOrd="0" presId="urn:microsoft.com/office/officeart/2008/layout/LinedList"/>
    <dgm:cxn modelId="{2AD84E7C-351E-41D1-A5CB-6860E5633FF4}" type="presParOf" srcId="{EB7FAD5D-5133-400E-BE80-934B253441C8}" destId="{E07D7527-1FF4-4F41-B089-E5529677E74D}" srcOrd="0" destOrd="0" presId="urn:microsoft.com/office/officeart/2008/layout/LinedList"/>
    <dgm:cxn modelId="{B3B0F1FF-E9C1-4C68-A7D9-405593BCFE01}" type="presParOf" srcId="{EB7FAD5D-5133-400E-BE80-934B253441C8}" destId="{CA0619E4-25EE-45E3-931D-4E68CCAC2EB4}" srcOrd="1" destOrd="0" presId="urn:microsoft.com/office/officeart/2008/layout/LinedList"/>
    <dgm:cxn modelId="{4AFBE66E-59E7-48E7-BDE6-B68F6D41950E}" type="presParOf" srcId="{5386CDB9-7B1D-4151-99BA-3EDB73A10D5F}" destId="{F1557AE0-8BE3-4782-B1EF-5E8D311034B6}" srcOrd="2" destOrd="0" presId="urn:microsoft.com/office/officeart/2008/layout/LinedList"/>
    <dgm:cxn modelId="{1135A4D2-40D7-4882-A3AA-5C4F29D124F0}" type="presParOf" srcId="{5386CDB9-7B1D-4151-99BA-3EDB73A10D5F}" destId="{115D4C47-507E-4A0B-A914-569B20730C9B}" srcOrd="3" destOrd="0" presId="urn:microsoft.com/office/officeart/2008/layout/LinedList"/>
    <dgm:cxn modelId="{FDE7B84F-50C8-4640-9DB5-0B8474DE74BA}" type="presParOf" srcId="{115D4C47-507E-4A0B-A914-569B20730C9B}" destId="{655A3C9C-1767-40A6-8E5F-C60C49E29EB1}" srcOrd="0" destOrd="0" presId="urn:microsoft.com/office/officeart/2008/layout/LinedList"/>
    <dgm:cxn modelId="{7BB48052-408E-48D8-B032-2A123B2F5B35}" type="presParOf" srcId="{115D4C47-507E-4A0B-A914-569B20730C9B}" destId="{398E5860-3B9E-4E01-A83E-86C68F751D79}" srcOrd="1" destOrd="0" presId="urn:microsoft.com/office/officeart/2008/layout/LinedList"/>
    <dgm:cxn modelId="{A338468A-AC8E-45C0-8A69-8BE472B0E1AC}" type="presParOf" srcId="{5386CDB9-7B1D-4151-99BA-3EDB73A10D5F}" destId="{989F805E-0BE9-47F7-80CA-3FD2648EED37}" srcOrd="4" destOrd="0" presId="urn:microsoft.com/office/officeart/2008/layout/LinedList"/>
    <dgm:cxn modelId="{8D7D8C71-2570-407D-A048-AEC186E2F1C4}" type="presParOf" srcId="{5386CDB9-7B1D-4151-99BA-3EDB73A10D5F}" destId="{2C9EA592-E278-41F3-9045-09B519C80D03}" srcOrd="5" destOrd="0" presId="urn:microsoft.com/office/officeart/2008/layout/LinedList"/>
    <dgm:cxn modelId="{1000E2A3-17EA-4DCE-BCDE-A6808189C07D}" type="presParOf" srcId="{2C9EA592-E278-41F3-9045-09B519C80D03}" destId="{AF702057-2305-4F00-AE3E-DC34F9CDA2EF}" srcOrd="0" destOrd="0" presId="urn:microsoft.com/office/officeart/2008/layout/LinedList"/>
    <dgm:cxn modelId="{3B93C52A-766A-451B-8A21-0430CD1C38C0}" type="presParOf" srcId="{2C9EA592-E278-41F3-9045-09B519C80D03}" destId="{6F9A3A0B-8FA8-467D-B014-2C4AE5D8996B}" srcOrd="1" destOrd="0" presId="urn:microsoft.com/office/officeart/2008/layout/LinedList"/>
    <dgm:cxn modelId="{3891970C-5B42-4B25-8B82-ED6E50A3F7AF}" type="presParOf" srcId="{5386CDB9-7B1D-4151-99BA-3EDB73A10D5F}" destId="{509173F5-D429-437B-83E7-983C71F8D240}" srcOrd="6" destOrd="0" presId="urn:microsoft.com/office/officeart/2008/layout/LinedList"/>
    <dgm:cxn modelId="{3DE90CC9-1ACB-4B28-9F38-3505C8DAD99A}" type="presParOf" srcId="{5386CDB9-7B1D-4151-99BA-3EDB73A10D5F}" destId="{4D81BCD9-5C21-467B-898D-017144ED7343}" srcOrd="7" destOrd="0" presId="urn:microsoft.com/office/officeart/2008/layout/LinedList"/>
    <dgm:cxn modelId="{3123B4FC-CDA3-4728-9F66-6E194BD89198}" type="presParOf" srcId="{4D81BCD9-5C21-467B-898D-017144ED7343}" destId="{02983531-9DAA-43B0-AD4C-215235271B40}" srcOrd="0" destOrd="0" presId="urn:microsoft.com/office/officeart/2008/layout/LinedList"/>
    <dgm:cxn modelId="{57A2462C-7953-4EF8-88AD-F611AB69565A}" type="presParOf" srcId="{4D81BCD9-5C21-467B-898D-017144ED7343}" destId="{A360BBD5-BF07-44A7-8207-34B5F31D6071}" srcOrd="1" destOrd="0" presId="urn:microsoft.com/office/officeart/2008/layout/LinedList"/>
    <dgm:cxn modelId="{69C62CAE-5350-4A68-A182-AB44D22A0C1D}" type="presParOf" srcId="{5386CDB9-7B1D-4151-99BA-3EDB73A10D5F}" destId="{B10B2EFE-A06F-46FF-BDA0-5D7C912D6EB3}" srcOrd="8" destOrd="0" presId="urn:microsoft.com/office/officeart/2008/layout/LinedList"/>
    <dgm:cxn modelId="{E6FAA970-5BCA-4BA7-B278-DE1F91E58563}" type="presParOf" srcId="{5386CDB9-7B1D-4151-99BA-3EDB73A10D5F}" destId="{CFA89BA9-4727-46E5-8E7C-9954A05523E3}" srcOrd="9" destOrd="0" presId="urn:microsoft.com/office/officeart/2008/layout/LinedList"/>
    <dgm:cxn modelId="{D921A200-B148-42A2-9ABD-4203BD149DA2}" type="presParOf" srcId="{CFA89BA9-4727-46E5-8E7C-9954A05523E3}" destId="{A8DDD3F5-2934-43C1-AD08-26DAE82ED313}" srcOrd="0" destOrd="0" presId="urn:microsoft.com/office/officeart/2008/layout/LinedList"/>
    <dgm:cxn modelId="{F5200426-47A5-4B2D-883C-F43193E69702}" type="presParOf" srcId="{CFA89BA9-4727-46E5-8E7C-9954A05523E3}" destId="{2A1D8AD0-3532-4CE9-8472-493D278DC0E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088D3D3-646A-4DFE-A71C-8BBB78C5CFBA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FF50996-FCCF-479F-BB73-79E333E5621D}">
      <dgm:prSet/>
      <dgm:spPr/>
      <dgm:t>
        <a:bodyPr/>
        <a:lstStyle/>
        <a:p>
          <a:r>
            <a:rPr lang="en-US"/>
            <a:t>Gebruik van config.env bestand</a:t>
          </a:r>
        </a:p>
      </dgm:t>
    </dgm:pt>
    <dgm:pt modelId="{4F8AD4FB-638C-443C-86B5-D65EA3EE0496}" type="parTrans" cxnId="{E4C760A5-CDAA-4F47-9253-204A78A4B919}">
      <dgm:prSet/>
      <dgm:spPr/>
      <dgm:t>
        <a:bodyPr/>
        <a:lstStyle/>
        <a:p>
          <a:endParaRPr lang="en-US"/>
        </a:p>
      </dgm:t>
    </dgm:pt>
    <dgm:pt modelId="{865E9D38-719E-405F-A053-4EE6718E9805}" type="sibTrans" cxnId="{E4C760A5-CDAA-4F47-9253-204A78A4B919}">
      <dgm:prSet/>
      <dgm:spPr/>
      <dgm:t>
        <a:bodyPr/>
        <a:lstStyle/>
        <a:p>
          <a:endParaRPr lang="en-US"/>
        </a:p>
      </dgm:t>
    </dgm:pt>
    <dgm:pt modelId="{744D1621-38BE-4375-A3BC-02D3A50E37D4}">
      <dgm:prSet/>
      <dgm:spPr/>
      <dgm:t>
        <a:bodyPr/>
        <a:lstStyle/>
        <a:p>
          <a:r>
            <a:rPr lang="en-US"/>
            <a:t>Authenticatie via request headers</a:t>
          </a:r>
        </a:p>
      </dgm:t>
    </dgm:pt>
    <dgm:pt modelId="{A3FB733D-20A1-4ECF-B4E8-26C2244F0BAA}" type="parTrans" cxnId="{C7C97612-6D0F-4F02-AA51-6F7B372654D1}">
      <dgm:prSet/>
      <dgm:spPr/>
      <dgm:t>
        <a:bodyPr/>
        <a:lstStyle/>
        <a:p>
          <a:endParaRPr lang="en-US"/>
        </a:p>
      </dgm:t>
    </dgm:pt>
    <dgm:pt modelId="{A5B143E1-E838-4E68-AA7C-F19D1FA6F052}" type="sibTrans" cxnId="{C7C97612-6D0F-4F02-AA51-6F7B372654D1}">
      <dgm:prSet/>
      <dgm:spPr/>
      <dgm:t>
        <a:bodyPr/>
        <a:lstStyle/>
        <a:p>
          <a:endParaRPr lang="en-US"/>
        </a:p>
      </dgm:t>
    </dgm:pt>
    <dgm:pt modelId="{0CFC326E-E44E-4B31-9BEE-6566F3967938}">
      <dgm:prSet/>
      <dgm:spPr/>
      <dgm:t>
        <a:bodyPr/>
        <a:lstStyle/>
        <a:p>
          <a:r>
            <a:rPr lang="en-US"/>
            <a:t>WebSocket authenticatie bij verbinding</a:t>
          </a:r>
        </a:p>
      </dgm:t>
    </dgm:pt>
    <dgm:pt modelId="{CD68B9AF-8C3C-47C9-8CF6-7C6FBA0D312C}" type="parTrans" cxnId="{57A641A4-44C8-46A2-8E55-A9BFD47BE061}">
      <dgm:prSet/>
      <dgm:spPr/>
      <dgm:t>
        <a:bodyPr/>
        <a:lstStyle/>
        <a:p>
          <a:endParaRPr lang="en-US"/>
        </a:p>
      </dgm:t>
    </dgm:pt>
    <dgm:pt modelId="{5436A260-2861-467F-95D7-4D19F9E676D7}" type="sibTrans" cxnId="{57A641A4-44C8-46A2-8E55-A9BFD47BE061}">
      <dgm:prSet/>
      <dgm:spPr/>
      <dgm:t>
        <a:bodyPr/>
        <a:lstStyle/>
        <a:p>
          <a:endParaRPr lang="en-US"/>
        </a:p>
      </dgm:t>
    </dgm:pt>
    <dgm:pt modelId="{7B0E9162-5732-4E53-87CC-6FC3B94D9846}">
      <dgm:prSet/>
      <dgm:spPr/>
      <dgm:t>
        <a:bodyPr/>
        <a:lstStyle/>
        <a:p>
          <a:r>
            <a:rPr lang="en-US"/>
            <a:t>Geen response bij ongeldige credentials</a:t>
          </a:r>
        </a:p>
      </dgm:t>
    </dgm:pt>
    <dgm:pt modelId="{571D1B37-BAD6-4CE7-85BD-63B8AE688C04}" type="parTrans" cxnId="{98FB197D-C050-443B-937A-8BB80A03C052}">
      <dgm:prSet/>
      <dgm:spPr/>
      <dgm:t>
        <a:bodyPr/>
        <a:lstStyle/>
        <a:p>
          <a:endParaRPr lang="en-US"/>
        </a:p>
      </dgm:t>
    </dgm:pt>
    <dgm:pt modelId="{65959EDA-B3F5-4DD2-8CCE-C087DB6F2121}" type="sibTrans" cxnId="{98FB197D-C050-443B-937A-8BB80A03C052}">
      <dgm:prSet/>
      <dgm:spPr/>
      <dgm:t>
        <a:bodyPr/>
        <a:lstStyle/>
        <a:p>
          <a:endParaRPr lang="en-US"/>
        </a:p>
      </dgm:t>
    </dgm:pt>
    <dgm:pt modelId="{F6E9616B-4315-4975-BDF0-7348DC8D3A72}">
      <dgm:prSet/>
      <dgm:spPr/>
      <dgm:t>
        <a:bodyPr/>
        <a:lstStyle/>
        <a:p>
          <a:r>
            <a:rPr lang="en-US"/>
            <a:t>Scheiding van verantwoordelijkheden per layer</a:t>
          </a:r>
        </a:p>
      </dgm:t>
    </dgm:pt>
    <dgm:pt modelId="{83CF9BF9-F275-44D4-8E6E-744EA78D7483}" type="parTrans" cxnId="{B0C0A0A2-4A34-429B-9B76-1861706CF517}">
      <dgm:prSet/>
      <dgm:spPr/>
      <dgm:t>
        <a:bodyPr/>
        <a:lstStyle/>
        <a:p>
          <a:endParaRPr lang="en-US"/>
        </a:p>
      </dgm:t>
    </dgm:pt>
    <dgm:pt modelId="{663DC524-EB12-455C-B0A7-03461A8EF3E5}" type="sibTrans" cxnId="{B0C0A0A2-4A34-429B-9B76-1861706CF517}">
      <dgm:prSet/>
      <dgm:spPr/>
      <dgm:t>
        <a:bodyPr/>
        <a:lstStyle/>
        <a:p>
          <a:endParaRPr lang="en-US"/>
        </a:p>
      </dgm:t>
    </dgm:pt>
    <dgm:pt modelId="{2BAE70A7-3564-4121-A3DC-EB2E4EB3AF3A}" type="pres">
      <dgm:prSet presAssocID="{7088D3D3-646A-4DFE-A71C-8BBB78C5CFBA}" presName="vert0" presStyleCnt="0">
        <dgm:presLayoutVars>
          <dgm:dir/>
          <dgm:animOne val="branch"/>
          <dgm:animLvl val="lvl"/>
        </dgm:presLayoutVars>
      </dgm:prSet>
      <dgm:spPr/>
    </dgm:pt>
    <dgm:pt modelId="{100E169D-D04F-47BC-BB30-7A89CDBA1A98}" type="pres">
      <dgm:prSet presAssocID="{BFF50996-FCCF-479F-BB73-79E333E5621D}" presName="thickLine" presStyleLbl="alignNode1" presStyleIdx="0" presStyleCnt="5"/>
      <dgm:spPr/>
    </dgm:pt>
    <dgm:pt modelId="{3583E108-8418-4D34-9454-67997A3C84DC}" type="pres">
      <dgm:prSet presAssocID="{BFF50996-FCCF-479F-BB73-79E333E5621D}" presName="horz1" presStyleCnt="0"/>
      <dgm:spPr/>
    </dgm:pt>
    <dgm:pt modelId="{12D075E6-842D-4430-B9DB-9C5FAB6BE77E}" type="pres">
      <dgm:prSet presAssocID="{BFF50996-FCCF-479F-BB73-79E333E5621D}" presName="tx1" presStyleLbl="revTx" presStyleIdx="0" presStyleCnt="5"/>
      <dgm:spPr/>
    </dgm:pt>
    <dgm:pt modelId="{41308194-4C62-44F1-B282-4C9665B6BFCF}" type="pres">
      <dgm:prSet presAssocID="{BFF50996-FCCF-479F-BB73-79E333E5621D}" presName="vert1" presStyleCnt="0"/>
      <dgm:spPr/>
    </dgm:pt>
    <dgm:pt modelId="{CD3507DE-E45C-4696-B7F4-02BED3EA6433}" type="pres">
      <dgm:prSet presAssocID="{744D1621-38BE-4375-A3BC-02D3A50E37D4}" presName="thickLine" presStyleLbl="alignNode1" presStyleIdx="1" presStyleCnt="5"/>
      <dgm:spPr/>
    </dgm:pt>
    <dgm:pt modelId="{F8F90FF5-9DA8-49F3-9EC6-1CA45398166C}" type="pres">
      <dgm:prSet presAssocID="{744D1621-38BE-4375-A3BC-02D3A50E37D4}" presName="horz1" presStyleCnt="0"/>
      <dgm:spPr/>
    </dgm:pt>
    <dgm:pt modelId="{99ED1C7E-526C-416F-8420-B1E5A1CACF99}" type="pres">
      <dgm:prSet presAssocID="{744D1621-38BE-4375-A3BC-02D3A50E37D4}" presName="tx1" presStyleLbl="revTx" presStyleIdx="1" presStyleCnt="5"/>
      <dgm:spPr/>
    </dgm:pt>
    <dgm:pt modelId="{9DA3B760-ECD8-482D-A472-9D1842754211}" type="pres">
      <dgm:prSet presAssocID="{744D1621-38BE-4375-A3BC-02D3A50E37D4}" presName="vert1" presStyleCnt="0"/>
      <dgm:spPr/>
    </dgm:pt>
    <dgm:pt modelId="{CC10BD29-6B42-4C30-8368-EF5015F17771}" type="pres">
      <dgm:prSet presAssocID="{0CFC326E-E44E-4B31-9BEE-6566F3967938}" presName="thickLine" presStyleLbl="alignNode1" presStyleIdx="2" presStyleCnt="5"/>
      <dgm:spPr/>
    </dgm:pt>
    <dgm:pt modelId="{CDEBE3BC-5EEA-46DB-9BD2-2227FF872B14}" type="pres">
      <dgm:prSet presAssocID="{0CFC326E-E44E-4B31-9BEE-6566F3967938}" presName="horz1" presStyleCnt="0"/>
      <dgm:spPr/>
    </dgm:pt>
    <dgm:pt modelId="{C4522F11-90B4-4840-9C62-A413F08B4D75}" type="pres">
      <dgm:prSet presAssocID="{0CFC326E-E44E-4B31-9BEE-6566F3967938}" presName="tx1" presStyleLbl="revTx" presStyleIdx="2" presStyleCnt="5"/>
      <dgm:spPr/>
    </dgm:pt>
    <dgm:pt modelId="{47D33F75-6F40-4059-8F93-A50D44CCE1A2}" type="pres">
      <dgm:prSet presAssocID="{0CFC326E-E44E-4B31-9BEE-6566F3967938}" presName="vert1" presStyleCnt="0"/>
      <dgm:spPr/>
    </dgm:pt>
    <dgm:pt modelId="{302EA40B-E223-4BE4-8E2E-98E09757EBE8}" type="pres">
      <dgm:prSet presAssocID="{7B0E9162-5732-4E53-87CC-6FC3B94D9846}" presName="thickLine" presStyleLbl="alignNode1" presStyleIdx="3" presStyleCnt="5"/>
      <dgm:spPr/>
    </dgm:pt>
    <dgm:pt modelId="{5D38FD57-56D0-4630-A3FD-719C31B49F6A}" type="pres">
      <dgm:prSet presAssocID="{7B0E9162-5732-4E53-87CC-6FC3B94D9846}" presName="horz1" presStyleCnt="0"/>
      <dgm:spPr/>
    </dgm:pt>
    <dgm:pt modelId="{45EFD3A4-231B-497F-8A9D-7B8CFD38ABEA}" type="pres">
      <dgm:prSet presAssocID="{7B0E9162-5732-4E53-87CC-6FC3B94D9846}" presName="tx1" presStyleLbl="revTx" presStyleIdx="3" presStyleCnt="5"/>
      <dgm:spPr/>
    </dgm:pt>
    <dgm:pt modelId="{CA6EAFA9-7ECC-4CE7-AE45-CD0A129F3BF4}" type="pres">
      <dgm:prSet presAssocID="{7B0E9162-5732-4E53-87CC-6FC3B94D9846}" presName="vert1" presStyleCnt="0"/>
      <dgm:spPr/>
    </dgm:pt>
    <dgm:pt modelId="{9FE9EA82-758B-44A1-A9CF-63B294C1C307}" type="pres">
      <dgm:prSet presAssocID="{F6E9616B-4315-4975-BDF0-7348DC8D3A72}" presName="thickLine" presStyleLbl="alignNode1" presStyleIdx="4" presStyleCnt="5"/>
      <dgm:spPr/>
    </dgm:pt>
    <dgm:pt modelId="{F0F15962-0B9F-4436-92C8-6414A3763E86}" type="pres">
      <dgm:prSet presAssocID="{F6E9616B-4315-4975-BDF0-7348DC8D3A72}" presName="horz1" presStyleCnt="0"/>
      <dgm:spPr/>
    </dgm:pt>
    <dgm:pt modelId="{1C4AF640-1AC1-4CEB-93D9-6ACE27608A39}" type="pres">
      <dgm:prSet presAssocID="{F6E9616B-4315-4975-BDF0-7348DC8D3A72}" presName="tx1" presStyleLbl="revTx" presStyleIdx="4" presStyleCnt="5"/>
      <dgm:spPr/>
    </dgm:pt>
    <dgm:pt modelId="{356A904E-0408-4A0F-BFD5-DBC9D6BC6304}" type="pres">
      <dgm:prSet presAssocID="{F6E9616B-4315-4975-BDF0-7348DC8D3A72}" presName="vert1" presStyleCnt="0"/>
      <dgm:spPr/>
    </dgm:pt>
  </dgm:ptLst>
  <dgm:cxnLst>
    <dgm:cxn modelId="{EC8A9110-4EE8-477C-A298-81F1F658ABBA}" type="presOf" srcId="{7088D3D3-646A-4DFE-A71C-8BBB78C5CFBA}" destId="{2BAE70A7-3564-4121-A3DC-EB2E4EB3AF3A}" srcOrd="0" destOrd="0" presId="urn:microsoft.com/office/officeart/2008/layout/LinedList"/>
    <dgm:cxn modelId="{C7C97612-6D0F-4F02-AA51-6F7B372654D1}" srcId="{7088D3D3-646A-4DFE-A71C-8BBB78C5CFBA}" destId="{744D1621-38BE-4375-A3BC-02D3A50E37D4}" srcOrd="1" destOrd="0" parTransId="{A3FB733D-20A1-4ECF-B4E8-26C2244F0BAA}" sibTransId="{A5B143E1-E838-4E68-AA7C-F19D1FA6F052}"/>
    <dgm:cxn modelId="{ECB53365-E0FA-4A05-9F0F-8DBC2967A1C9}" type="presOf" srcId="{BFF50996-FCCF-479F-BB73-79E333E5621D}" destId="{12D075E6-842D-4430-B9DB-9C5FAB6BE77E}" srcOrd="0" destOrd="0" presId="urn:microsoft.com/office/officeart/2008/layout/LinedList"/>
    <dgm:cxn modelId="{5E93316E-FD8A-4EAE-AC12-13C59D981CB7}" type="presOf" srcId="{744D1621-38BE-4375-A3BC-02D3A50E37D4}" destId="{99ED1C7E-526C-416F-8420-B1E5A1CACF99}" srcOrd="0" destOrd="0" presId="urn:microsoft.com/office/officeart/2008/layout/LinedList"/>
    <dgm:cxn modelId="{00069451-1927-4B42-83AD-97FCD99E8892}" type="presOf" srcId="{F6E9616B-4315-4975-BDF0-7348DC8D3A72}" destId="{1C4AF640-1AC1-4CEB-93D9-6ACE27608A39}" srcOrd="0" destOrd="0" presId="urn:microsoft.com/office/officeart/2008/layout/LinedList"/>
    <dgm:cxn modelId="{98FB197D-C050-443B-937A-8BB80A03C052}" srcId="{7088D3D3-646A-4DFE-A71C-8BBB78C5CFBA}" destId="{7B0E9162-5732-4E53-87CC-6FC3B94D9846}" srcOrd="3" destOrd="0" parTransId="{571D1B37-BAD6-4CE7-85BD-63B8AE688C04}" sibTransId="{65959EDA-B3F5-4DD2-8CCE-C087DB6F2121}"/>
    <dgm:cxn modelId="{B0C0A0A2-4A34-429B-9B76-1861706CF517}" srcId="{7088D3D3-646A-4DFE-A71C-8BBB78C5CFBA}" destId="{F6E9616B-4315-4975-BDF0-7348DC8D3A72}" srcOrd="4" destOrd="0" parTransId="{83CF9BF9-F275-44D4-8E6E-744EA78D7483}" sibTransId="{663DC524-EB12-455C-B0A7-03461A8EF3E5}"/>
    <dgm:cxn modelId="{57A641A4-44C8-46A2-8E55-A9BFD47BE061}" srcId="{7088D3D3-646A-4DFE-A71C-8BBB78C5CFBA}" destId="{0CFC326E-E44E-4B31-9BEE-6566F3967938}" srcOrd="2" destOrd="0" parTransId="{CD68B9AF-8C3C-47C9-8CF6-7C6FBA0D312C}" sibTransId="{5436A260-2861-467F-95D7-4D19F9E676D7}"/>
    <dgm:cxn modelId="{E4C760A5-CDAA-4F47-9253-204A78A4B919}" srcId="{7088D3D3-646A-4DFE-A71C-8BBB78C5CFBA}" destId="{BFF50996-FCCF-479F-BB73-79E333E5621D}" srcOrd="0" destOrd="0" parTransId="{4F8AD4FB-638C-443C-86B5-D65EA3EE0496}" sibTransId="{865E9D38-719E-405F-A053-4EE6718E9805}"/>
    <dgm:cxn modelId="{9341B1AE-B120-4952-A3B4-93FC9D922B69}" type="presOf" srcId="{0CFC326E-E44E-4B31-9BEE-6566F3967938}" destId="{C4522F11-90B4-4840-9C62-A413F08B4D75}" srcOrd="0" destOrd="0" presId="urn:microsoft.com/office/officeart/2008/layout/LinedList"/>
    <dgm:cxn modelId="{BE5C7CE2-F78C-4DB1-851B-02E0DFB7E8BB}" type="presOf" srcId="{7B0E9162-5732-4E53-87CC-6FC3B94D9846}" destId="{45EFD3A4-231B-497F-8A9D-7B8CFD38ABEA}" srcOrd="0" destOrd="0" presId="urn:microsoft.com/office/officeart/2008/layout/LinedList"/>
    <dgm:cxn modelId="{14A62895-1390-4E7F-8118-F0CA88E0B2AE}" type="presParOf" srcId="{2BAE70A7-3564-4121-A3DC-EB2E4EB3AF3A}" destId="{100E169D-D04F-47BC-BB30-7A89CDBA1A98}" srcOrd="0" destOrd="0" presId="urn:microsoft.com/office/officeart/2008/layout/LinedList"/>
    <dgm:cxn modelId="{DBC46493-650D-4B47-8510-E1391761F540}" type="presParOf" srcId="{2BAE70A7-3564-4121-A3DC-EB2E4EB3AF3A}" destId="{3583E108-8418-4D34-9454-67997A3C84DC}" srcOrd="1" destOrd="0" presId="urn:microsoft.com/office/officeart/2008/layout/LinedList"/>
    <dgm:cxn modelId="{78E8DE82-26DE-4BE7-A6A3-350CEA0E9454}" type="presParOf" srcId="{3583E108-8418-4D34-9454-67997A3C84DC}" destId="{12D075E6-842D-4430-B9DB-9C5FAB6BE77E}" srcOrd="0" destOrd="0" presId="urn:microsoft.com/office/officeart/2008/layout/LinedList"/>
    <dgm:cxn modelId="{3D842886-6AF4-4173-B5A9-38D22A8381C5}" type="presParOf" srcId="{3583E108-8418-4D34-9454-67997A3C84DC}" destId="{41308194-4C62-44F1-B282-4C9665B6BFCF}" srcOrd="1" destOrd="0" presId="urn:microsoft.com/office/officeart/2008/layout/LinedList"/>
    <dgm:cxn modelId="{E9FC76FF-15CD-4025-8A62-0E2E05052724}" type="presParOf" srcId="{2BAE70A7-3564-4121-A3DC-EB2E4EB3AF3A}" destId="{CD3507DE-E45C-4696-B7F4-02BED3EA6433}" srcOrd="2" destOrd="0" presId="urn:microsoft.com/office/officeart/2008/layout/LinedList"/>
    <dgm:cxn modelId="{D878DBC8-5BC9-4EE9-ACDA-C96D3D4D70F1}" type="presParOf" srcId="{2BAE70A7-3564-4121-A3DC-EB2E4EB3AF3A}" destId="{F8F90FF5-9DA8-49F3-9EC6-1CA45398166C}" srcOrd="3" destOrd="0" presId="urn:microsoft.com/office/officeart/2008/layout/LinedList"/>
    <dgm:cxn modelId="{9D0CBD9C-00C8-41FB-8AD5-026C9035035E}" type="presParOf" srcId="{F8F90FF5-9DA8-49F3-9EC6-1CA45398166C}" destId="{99ED1C7E-526C-416F-8420-B1E5A1CACF99}" srcOrd="0" destOrd="0" presId="urn:microsoft.com/office/officeart/2008/layout/LinedList"/>
    <dgm:cxn modelId="{18ABAF5B-9657-4204-957C-E7E5994E2F9F}" type="presParOf" srcId="{F8F90FF5-9DA8-49F3-9EC6-1CA45398166C}" destId="{9DA3B760-ECD8-482D-A472-9D1842754211}" srcOrd="1" destOrd="0" presId="urn:microsoft.com/office/officeart/2008/layout/LinedList"/>
    <dgm:cxn modelId="{3B0CE4C8-AE74-4559-88E1-355953F00C27}" type="presParOf" srcId="{2BAE70A7-3564-4121-A3DC-EB2E4EB3AF3A}" destId="{CC10BD29-6B42-4C30-8368-EF5015F17771}" srcOrd="4" destOrd="0" presId="urn:microsoft.com/office/officeart/2008/layout/LinedList"/>
    <dgm:cxn modelId="{0996167E-6250-43D7-9FC5-2FD84889A270}" type="presParOf" srcId="{2BAE70A7-3564-4121-A3DC-EB2E4EB3AF3A}" destId="{CDEBE3BC-5EEA-46DB-9BD2-2227FF872B14}" srcOrd="5" destOrd="0" presId="urn:microsoft.com/office/officeart/2008/layout/LinedList"/>
    <dgm:cxn modelId="{5B142DE3-78E3-4EA3-BF4E-BB11FA104A42}" type="presParOf" srcId="{CDEBE3BC-5EEA-46DB-9BD2-2227FF872B14}" destId="{C4522F11-90B4-4840-9C62-A413F08B4D75}" srcOrd="0" destOrd="0" presId="urn:microsoft.com/office/officeart/2008/layout/LinedList"/>
    <dgm:cxn modelId="{5C84F5D4-766F-461F-833B-8EDD3247DDC0}" type="presParOf" srcId="{CDEBE3BC-5EEA-46DB-9BD2-2227FF872B14}" destId="{47D33F75-6F40-4059-8F93-A50D44CCE1A2}" srcOrd="1" destOrd="0" presId="urn:microsoft.com/office/officeart/2008/layout/LinedList"/>
    <dgm:cxn modelId="{9B586780-7AD1-4A55-8C41-6A4CDEAA4478}" type="presParOf" srcId="{2BAE70A7-3564-4121-A3DC-EB2E4EB3AF3A}" destId="{302EA40B-E223-4BE4-8E2E-98E09757EBE8}" srcOrd="6" destOrd="0" presId="urn:microsoft.com/office/officeart/2008/layout/LinedList"/>
    <dgm:cxn modelId="{5FED24BD-DECE-443B-A311-ACA210B44EAB}" type="presParOf" srcId="{2BAE70A7-3564-4121-A3DC-EB2E4EB3AF3A}" destId="{5D38FD57-56D0-4630-A3FD-719C31B49F6A}" srcOrd="7" destOrd="0" presId="urn:microsoft.com/office/officeart/2008/layout/LinedList"/>
    <dgm:cxn modelId="{3174CA44-5B8D-4AD9-AF92-94446203BD97}" type="presParOf" srcId="{5D38FD57-56D0-4630-A3FD-719C31B49F6A}" destId="{45EFD3A4-231B-497F-8A9D-7B8CFD38ABEA}" srcOrd="0" destOrd="0" presId="urn:microsoft.com/office/officeart/2008/layout/LinedList"/>
    <dgm:cxn modelId="{1194C0DE-DF09-43E9-BD6E-F89E3304EFAA}" type="presParOf" srcId="{5D38FD57-56D0-4630-A3FD-719C31B49F6A}" destId="{CA6EAFA9-7ECC-4CE7-AE45-CD0A129F3BF4}" srcOrd="1" destOrd="0" presId="urn:microsoft.com/office/officeart/2008/layout/LinedList"/>
    <dgm:cxn modelId="{EF805F47-AC4F-4277-900E-7C72CD734A54}" type="presParOf" srcId="{2BAE70A7-3564-4121-A3DC-EB2E4EB3AF3A}" destId="{9FE9EA82-758B-44A1-A9CF-63B294C1C307}" srcOrd="8" destOrd="0" presId="urn:microsoft.com/office/officeart/2008/layout/LinedList"/>
    <dgm:cxn modelId="{377A5428-EE10-4430-9182-3D4F268C7F41}" type="presParOf" srcId="{2BAE70A7-3564-4121-A3DC-EB2E4EB3AF3A}" destId="{F0F15962-0B9F-4436-92C8-6414A3763E86}" srcOrd="9" destOrd="0" presId="urn:microsoft.com/office/officeart/2008/layout/LinedList"/>
    <dgm:cxn modelId="{884EA44C-4AA8-4958-BCA1-F1F365E88C5A}" type="presParOf" srcId="{F0F15962-0B9F-4436-92C8-6414A3763E86}" destId="{1C4AF640-1AC1-4CEB-93D9-6ACE27608A39}" srcOrd="0" destOrd="0" presId="urn:microsoft.com/office/officeart/2008/layout/LinedList"/>
    <dgm:cxn modelId="{14B80EAE-186B-42CF-81D5-60A0C9EC796D}" type="presParOf" srcId="{F0F15962-0B9F-4436-92C8-6414A3763E86}" destId="{356A904E-0408-4A0F-BFD5-DBC9D6BC630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DE9C555-3772-48FF-9A6F-B526326492FD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A77FF71-AD15-42AE-8995-ECEFFFFBC4A3}">
      <dgm:prSet/>
      <dgm:spPr/>
      <dgm:t>
        <a:bodyPr/>
        <a:lstStyle/>
        <a:p>
          <a:r>
            <a:rPr lang="en-US"/>
            <a:t>Real-time Bluetooth scanning via WebSocket</a:t>
          </a:r>
        </a:p>
      </dgm:t>
    </dgm:pt>
    <dgm:pt modelId="{3E340B6E-A25D-42B0-8C1E-E72621B355EA}" type="parTrans" cxnId="{9403A87C-F90C-40F3-AAD6-AE8924029410}">
      <dgm:prSet/>
      <dgm:spPr/>
      <dgm:t>
        <a:bodyPr/>
        <a:lstStyle/>
        <a:p>
          <a:endParaRPr lang="en-US"/>
        </a:p>
      </dgm:t>
    </dgm:pt>
    <dgm:pt modelId="{E687A5BB-04EC-4ECB-A6F5-C26CA9DE3793}" type="sibTrans" cxnId="{9403A87C-F90C-40F3-AAD6-AE8924029410}">
      <dgm:prSet/>
      <dgm:spPr/>
      <dgm:t>
        <a:bodyPr/>
        <a:lstStyle/>
        <a:p>
          <a:endParaRPr lang="en-US"/>
        </a:p>
      </dgm:t>
    </dgm:pt>
    <dgm:pt modelId="{80CA85D5-66E9-4532-B890-A1CDB7E7D71E}">
      <dgm:prSet/>
      <dgm:spPr/>
      <dgm:t>
        <a:bodyPr/>
        <a:lstStyle/>
        <a:p>
          <a:r>
            <a:rPr lang="en-US"/>
            <a:t>Efficiënte opslag via in-memory hourly counter</a:t>
          </a:r>
        </a:p>
      </dgm:t>
    </dgm:pt>
    <dgm:pt modelId="{9B1B6611-2621-4339-9B5A-B818736077E4}" type="parTrans" cxnId="{49A418D8-CE29-40FE-86BA-EF5769B54A08}">
      <dgm:prSet/>
      <dgm:spPr/>
      <dgm:t>
        <a:bodyPr/>
        <a:lstStyle/>
        <a:p>
          <a:endParaRPr lang="en-US"/>
        </a:p>
      </dgm:t>
    </dgm:pt>
    <dgm:pt modelId="{E9354056-8442-4D0C-8BD5-6C3BC1223934}" type="sibTrans" cxnId="{49A418D8-CE29-40FE-86BA-EF5769B54A08}">
      <dgm:prSet/>
      <dgm:spPr/>
      <dgm:t>
        <a:bodyPr/>
        <a:lstStyle/>
        <a:p>
          <a:endParaRPr lang="en-US"/>
        </a:p>
      </dgm:t>
    </dgm:pt>
    <dgm:pt modelId="{EA288BAD-552C-43FC-A190-8AE4C59827D4}">
      <dgm:prSet/>
      <dgm:spPr/>
      <dgm:t>
        <a:bodyPr/>
        <a:lstStyle/>
        <a:p>
          <a:r>
            <a:rPr lang="en-US"/>
            <a:t>Schaalbare Django backend</a:t>
          </a:r>
        </a:p>
      </dgm:t>
    </dgm:pt>
    <dgm:pt modelId="{94E06A2E-8490-47E1-829D-97E2628CAA77}" type="parTrans" cxnId="{A608EFF3-27B3-4615-B4E3-7E96AC3A4BAD}">
      <dgm:prSet/>
      <dgm:spPr/>
      <dgm:t>
        <a:bodyPr/>
        <a:lstStyle/>
        <a:p>
          <a:endParaRPr lang="en-US"/>
        </a:p>
      </dgm:t>
    </dgm:pt>
    <dgm:pt modelId="{99009146-2BB7-47F2-8753-393407C504A8}" type="sibTrans" cxnId="{A608EFF3-27B3-4615-B4E3-7E96AC3A4BAD}">
      <dgm:prSet/>
      <dgm:spPr/>
      <dgm:t>
        <a:bodyPr/>
        <a:lstStyle/>
        <a:p>
          <a:endParaRPr lang="en-US"/>
        </a:p>
      </dgm:t>
    </dgm:pt>
    <dgm:pt modelId="{C088DA79-C3B1-4ACE-9C0B-5ECE325F783F}">
      <dgm:prSet/>
      <dgm:spPr/>
      <dgm:t>
        <a:bodyPr/>
        <a:lstStyle/>
        <a:p>
          <a:r>
            <a:rPr lang="en-US"/>
            <a:t>Duidelijke 5-layer architectuur</a:t>
          </a:r>
        </a:p>
      </dgm:t>
    </dgm:pt>
    <dgm:pt modelId="{A134E3B0-A258-4944-B42B-51B7ABCA2F1A}" type="parTrans" cxnId="{E3035106-7CE3-4175-9E88-C2AB854CBE49}">
      <dgm:prSet/>
      <dgm:spPr/>
      <dgm:t>
        <a:bodyPr/>
        <a:lstStyle/>
        <a:p>
          <a:endParaRPr lang="en-US"/>
        </a:p>
      </dgm:t>
    </dgm:pt>
    <dgm:pt modelId="{335D2994-3CD9-4E2F-A7CC-6C6B12118C9F}" type="sibTrans" cxnId="{E3035106-7CE3-4175-9E88-C2AB854CBE49}">
      <dgm:prSet/>
      <dgm:spPr/>
      <dgm:t>
        <a:bodyPr/>
        <a:lstStyle/>
        <a:p>
          <a:endParaRPr lang="en-US"/>
        </a:p>
      </dgm:t>
    </dgm:pt>
    <dgm:pt modelId="{254CA476-951B-424E-B63A-73F05781F63D}">
      <dgm:prSet/>
      <dgm:spPr/>
      <dgm:t>
        <a:bodyPr/>
        <a:lstStyle/>
        <a:p>
          <a:r>
            <a:rPr lang="en-US"/>
            <a:t>Professionele en onderhoudbare oplossing</a:t>
          </a:r>
        </a:p>
      </dgm:t>
    </dgm:pt>
    <dgm:pt modelId="{122BAD62-5B8A-4F97-BCFE-12E6794EEEA8}" type="parTrans" cxnId="{D28A0B8F-610C-4248-8CCB-1FF63B20A4C9}">
      <dgm:prSet/>
      <dgm:spPr/>
      <dgm:t>
        <a:bodyPr/>
        <a:lstStyle/>
        <a:p>
          <a:endParaRPr lang="en-US"/>
        </a:p>
      </dgm:t>
    </dgm:pt>
    <dgm:pt modelId="{F80A8E10-F696-42B8-B7F1-6ACE223DFE2E}" type="sibTrans" cxnId="{D28A0B8F-610C-4248-8CCB-1FF63B20A4C9}">
      <dgm:prSet/>
      <dgm:spPr/>
      <dgm:t>
        <a:bodyPr/>
        <a:lstStyle/>
        <a:p>
          <a:endParaRPr lang="en-US"/>
        </a:p>
      </dgm:t>
    </dgm:pt>
    <dgm:pt modelId="{6041762C-B3B5-42C3-A6E3-01C3F9BCDCE4}" type="pres">
      <dgm:prSet presAssocID="{6DE9C555-3772-48FF-9A6F-B526326492FD}" presName="vert0" presStyleCnt="0">
        <dgm:presLayoutVars>
          <dgm:dir/>
          <dgm:animOne val="branch"/>
          <dgm:animLvl val="lvl"/>
        </dgm:presLayoutVars>
      </dgm:prSet>
      <dgm:spPr/>
    </dgm:pt>
    <dgm:pt modelId="{B2FE2A1E-BD36-4A76-B1B2-D073DB344895}" type="pres">
      <dgm:prSet presAssocID="{7A77FF71-AD15-42AE-8995-ECEFFFFBC4A3}" presName="thickLine" presStyleLbl="alignNode1" presStyleIdx="0" presStyleCnt="5"/>
      <dgm:spPr/>
    </dgm:pt>
    <dgm:pt modelId="{DE86433B-AE2C-4A2C-938B-3940797C0575}" type="pres">
      <dgm:prSet presAssocID="{7A77FF71-AD15-42AE-8995-ECEFFFFBC4A3}" presName="horz1" presStyleCnt="0"/>
      <dgm:spPr/>
    </dgm:pt>
    <dgm:pt modelId="{D8540BD8-8888-4F92-8E19-5FEAD798CB89}" type="pres">
      <dgm:prSet presAssocID="{7A77FF71-AD15-42AE-8995-ECEFFFFBC4A3}" presName="tx1" presStyleLbl="revTx" presStyleIdx="0" presStyleCnt="5"/>
      <dgm:spPr/>
    </dgm:pt>
    <dgm:pt modelId="{C8D09513-C683-4681-A3A9-48C7EE088950}" type="pres">
      <dgm:prSet presAssocID="{7A77FF71-AD15-42AE-8995-ECEFFFFBC4A3}" presName="vert1" presStyleCnt="0"/>
      <dgm:spPr/>
    </dgm:pt>
    <dgm:pt modelId="{8ABB45C2-AFA9-4D0D-9BA4-CDFF17C28738}" type="pres">
      <dgm:prSet presAssocID="{80CA85D5-66E9-4532-B890-A1CDB7E7D71E}" presName="thickLine" presStyleLbl="alignNode1" presStyleIdx="1" presStyleCnt="5"/>
      <dgm:spPr/>
    </dgm:pt>
    <dgm:pt modelId="{34D2D37F-1677-4DC2-8F6E-26360B99D918}" type="pres">
      <dgm:prSet presAssocID="{80CA85D5-66E9-4532-B890-A1CDB7E7D71E}" presName="horz1" presStyleCnt="0"/>
      <dgm:spPr/>
    </dgm:pt>
    <dgm:pt modelId="{12C4AD3E-AEAE-4EE4-A50D-99A7CACBC71D}" type="pres">
      <dgm:prSet presAssocID="{80CA85D5-66E9-4532-B890-A1CDB7E7D71E}" presName="tx1" presStyleLbl="revTx" presStyleIdx="1" presStyleCnt="5"/>
      <dgm:spPr/>
    </dgm:pt>
    <dgm:pt modelId="{179E741A-5994-4C9F-B7BE-EFB3714ED77C}" type="pres">
      <dgm:prSet presAssocID="{80CA85D5-66E9-4532-B890-A1CDB7E7D71E}" presName="vert1" presStyleCnt="0"/>
      <dgm:spPr/>
    </dgm:pt>
    <dgm:pt modelId="{1502D2AE-E250-41D1-AD2A-B2753E18B840}" type="pres">
      <dgm:prSet presAssocID="{EA288BAD-552C-43FC-A190-8AE4C59827D4}" presName="thickLine" presStyleLbl="alignNode1" presStyleIdx="2" presStyleCnt="5"/>
      <dgm:spPr/>
    </dgm:pt>
    <dgm:pt modelId="{80353741-C9B2-4591-8391-197FD57E7872}" type="pres">
      <dgm:prSet presAssocID="{EA288BAD-552C-43FC-A190-8AE4C59827D4}" presName="horz1" presStyleCnt="0"/>
      <dgm:spPr/>
    </dgm:pt>
    <dgm:pt modelId="{59403581-F5A0-4E22-9B77-490A6AF2323D}" type="pres">
      <dgm:prSet presAssocID="{EA288BAD-552C-43FC-A190-8AE4C59827D4}" presName="tx1" presStyleLbl="revTx" presStyleIdx="2" presStyleCnt="5"/>
      <dgm:spPr/>
    </dgm:pt>
    <dgm:pt modelId="{D9A57745-0A2E-4AD2-B945-92825821880B}" type="pres">
      <dgm:prSet presAssocID="{EA288BAD-552C-43FC-A190-8AE4C59827D4}" presName="vert1" presStyleCnt="0"/>
      <dgm:spPr/>
    </dgm:pt>
    <dgm:pt modelId="{C42B70FC-D658-4E45-B394-868DF3E2FB80}" type="pres">
      <dgm:prSet presAssocID="{C088DA79-C3B1-4ACE-9C0B-5ECE325F783F}" presName="thickLine" presStyleLbl="alignNode1" presStyleIdx="3" presStyleCnt="5"/>
      <dgm:spPr/>
    </dgm:pt>
    <dgm:pt modelId="{2B8EF079-ACB3-4EDD-BC87-146E14FD3536}" type="pres">
      <dgm:prSet presAssocID="{C088DA79-C3B1-4ACE-9C0B-5ECE325F783F}" presName="horz1" presStyleCnt="0"/>
      <dgm:spPr/>
    </dgm:pt>
    <dgm:pt modelId="{DA9E2AE8-89B6-471A-8AE5-82C9B52A63F7}" type="pres">
      <dgm:prSet presAssocID="{C088DA79-C3B1-4ACE-9C0B-5ECE325F783F}" presName="tx1" presStyleLbl="revTx" presStyleIdx="3" presStyleCnt="5"/>
      <dgm:spPr/>
    </dgm:pt>
    <dgm:pt modelId="{A008D215-A39B-4D10-96B9-F821902D82C8}" type="pres">
      <dgm:prSet presAssocID="{C088DA79-C3B1-4ACE-9C0B-5ECE325F783F}" presName="vert1" presStyleCnt="0"/>
      <dgm:spPr/>
    </dgm:pt>
    <dgm:pt modelId="{625B5632-AE6A-4393-8DC0-366B7642DAFF}" type="pres">
      <dgm:prSet presAssocID="{254CA476-951B-424E-B63A-73F05781F63D}" presName="thickLine" presStyleLbl="alignNode1" presStyleIdx="4" presStyleCnt="5"/>
      <dgm:spPr/>
    </dgm:pt>
    <dgm:pt modelId="{CBAD9066-29B0-423B-A28C-36725BDA603D}" type="pres">
      <dgm:prSet presAssocID="{254CA476-951B-424E-B63A-73F05781F63D}" presName="horz1" presStyleCnt="0"/>
      <dgm:spPr/>
    </dgm:pt>
    <dgm:pt modelId="{5F17DFE0-B11A-42B2-B4CD-C826F6EDE113}" type="pres">
      <dgm:prSet presAssocID="{254CA476-951B-424E-B63A-73F05781F63D}" presName="tx1" presStyleLbl="revTx" presStyleIdx="4" presStyleCnt="5"/>
      <dgm:spPr/>
    </dgm:pt>
    <dgm:pt modelId="{A265D100-7B90-4391-B8E5-9175C9AEB76F}" type="pres">
      <dgm:prSet presAssocID="{254CA476-951B-424E-B63A-73F05781F63D}" presName="vert1" presStyleCnt="0"/>
      <dgm:spPr/>
    </dgm:pt>
  </dgm:ptLst>
  <dgm:cxnLst>
    <dgm:cxn modelId="{E3035106-7CE3-4175-9E88-C2AB854CBE49}" srcId="{6DE9C555-3772-48FF-9A6F-B526326492FD}" destId="{C088DA79-C3B1-4ACE-9C0B-5ECE325F783F}" srcOrd="3" destOrd="0" parTransId="{A134E3B0-A258-4944-B42B-51B7ABCA2F1A}" sibTransId="{335D2994-3CD9-4E2F-A7CC-6C6B12118C9F}"/>
    <dgm:cxn modelId="{9C45C348-D410-4F7C-823D-1C6041AE9858}" type="presOf" srcId="{7A77FF71-AD15-42AE-8995-ECEFFFFBC4A3}" destId="{D8540BD8-8888-4F92-8E19-5FEAD798CB89}" srcOrd="0" destOrd="0" presId="urn:microsoft.com/office/officeart/2008/layout/LinedList"/>
    <dgm:cxn modelId="{551AAA6A-B16E-4CAE-95A9-181C6A07BBA6}" type="presOf" srcId="{EA288BAD-552C-43FC-A190-8AE4C59827D4}" destId="{59403581-F5A0-4E22-9B77-490A6AF2323D}" srcOrd="0" destOrd="0" presId="urn:microsoft.com/office/officeart/2008/layout/LinedList"/>
    <dgm:cxn modelId="{9403A87C-F90C-40F3-AAD6-AE8924029410}" srcId="{6DE9C555-3772-48FF-9A6F-B526326492FD}" destId="{7A77FF71-AD15-42AE-8995-ECEFFFFBC4A3}" srcOrd="0" destOrd="0" parTransId="{3E340B6E-A25D-42B0-8C1E-E72621B355EA}" sibTransId="{E687A5BB-04EC-4ECB-A6F5-C26CA9DE3793}"/>
    <dgm:cxn modelId="{2E4B538C-CE75-4A7D-8AA1-967417972410}" type="presOf" srcId="{254CA476-951B-424E-B63A-73F05781F63D}" destId="{5F17DFE0-B11A-42B2-B4CD-C826F6EDE113}" srcOrd="0" destOrd="0" presId="urn:microsoft.com/office/officeart/2008/layout/LinedList"/>
    <dgm:cxn modelId="{D28A0B8F-610C-4248-8CCB-1FF63B20A4C9}" srcId="{6DE9C555-3772-48FF-9A6F-B526326492FD}" destId="{254CA476-951B-424E-B63A-73F05781F63D}" srcOrd="4" destOrd="0" parTransId="{122BAD62-5B8A-4F97-BCFE-12E6794EEEA8}" sibTransId="{F80A8E10-F696-42B8-B7F1-6ACE223DFE2E}"/>
    <dgm:cxn modelId="{10392D99-515F-41C3-8886-625181E79DED}" type="presOf" srcId="{C088DA79-C3B1-4ACE-9C0B-5ECE325F783F}" destId="{DA9E2AE8-89B6-471A-8AE5-82C9B52A63F7}" srcOrd="0" destOrd="0" presId="urn:microsoft.com/office/officeart/2008/layout/LinedList"/>
    <dgm:cxn modelId="{08A988CB-A761-40EB-B611-09EAAAF128EF}" type="presOf" srcId="{80CA85D5-66E9-4532-B890-A1CDB7E7D71E}" destId="{12C4AD3E-AEAE-4EE4-A50D-99A7CACBC71D}" srcOrd="0" destOrd="0" presId="urn:microsoft.com/office/officeart/2008/layout/LinedList"/>
    <dgm:cxn modelId="{49A418D8-CE29-40FE-86BA-EF5769B54A08}" srcId="{6DE9C555-3772-48FF-9A6F-B526326492FD}" destId="{80CA85D5-66E9-4532-B890-A1CDB7E7D71E}" srcOrd="1" destOrd="0" parTransId="{9B1B6611-2621-4339-9B5A-B818736077E4}" sibTransId="{E9354056-8442-4D0C-8BD5-6C3BC1223934}"/>
    <dgm:cxn modelId="{A608EFF3-27B3-4615-B4E3-7E96AC3A4BAD}" srcId="{6DE9C555-3772-48FF-9A6F-B526326492FD}" destId="{EA288BAD-552C-43FC-A190-8AE4C59827D4}" srcOrd="2" destOrd="0" parTransId="{94E06A2E-8490-47E1-829D-97E2628CAA77}" sibTransId="{99009146-2BB7-47F2-8753-393407C504A8}"/>
    <dgm:cxn modelId="{93B8C1FA-C8C6-4D4E-9B2B-AE94445A01A5}" type="presOf" srcId="{6DE9C555-3772-48FF-9A6F-B526326492FD}" destId="{6041762C-B3B5-42C3-A6E3-01C3F9BCDCE4}" srcOrd="0" destOrd="0" presId="urn:microsoft.com/office/officeart/2008/layout/LinedList"/>
    <dgm:cxn modelId="{970C2BE6-85CC-4198-AC93-6BCA96300AFE}" type="presParOf" srcId="{6041762C-B3B5-42C3-A6E3-01C3F9BCDCE4}" destId="{B2FE2A1E-BD36-4A76-B1B2-D073DB344895}" srcOrd="0" destOrd="0" presId="urn:microsoft.com/office/officeart/2008/layout/LinedList"/>
    <dgm:cxn modelId="{EBBBA85D-98D8-4F64-9B8B-7207B02F1600}" type="presParOf" srcId="{6041762C-B3B5-42C3-A6E3-01C3F9BCDCE4}" destId="{DE86433B-AE2C-4A2C-938B-3940797C0575}" srcOrd="1" destOrd="0" presId="urn:microsoft.com/office/officeart/2008/layout/LinedList"/>
    <dgm:cxn modelId="{FC6CF399-99F6-440F-88FF-085166DA9DB5}" type="presParOf" srcId="{DE86433B-AE2C-4A2C-938B-3940797C0575}" destId="{D8540BD8-8888-4F92-8E19-5FEAD798CB89}" srcOrd="0" destOrd="0" presId="urn:microsoft.com/office/officeart/2008/layout/LinedList"/>
    <dgm:cxn modelId="{068B3F1C-B0C8-479A-BD84-B74AB89AD7F1}" type="presParOf" srcId="{DE86433B-AE2C-4A2C-938B-3940797C0575}" destId="{C8D09513-C683-4681-A3A9-48C7EE088950}" srcOrd="1" destOrd="0" presId="urn:microsoft.com/office/officeart/2008/layout/LinedList"/>
    <dgm:cxn modelId="{87E25979-73CC-4F2B-A103-FB20FB6DFCBC}" type="presParOf" srcId="{6041762C-B3B5-42C3-A6E3-01C3F9BCDCE4}" destId="{8ABB45C2-AFA9-4D0D-9BA4-CDFF17C28738}" srcOrd="2" destOrd="0" presId="urn:microsoft.com/office/officeart/2008/layout/LinedList"/>
    <dgm:cxn modelId="{2310B213-850C-483F-AD35-07C34E4FCA8D}" type="presParOf" srcId="{6041762C-B3B5-42C3-A6E3-01C3F9BCDCE4}" destId="{34D2D37F-1677-4DC2-8F6E-26360B99D918}" srcOrd="3" destOrd="0" presId="urn:microsoft.com/office/officeart/2008/layout/LinedList"/>
    <dgm:cxn modelId="{1D8F03F3-2F41-4219-B8A3-71AF0667DB09}" type="presParOf" srcId="{34D2D37F-1677-4DC2-8F6E-26360B99D918}" destId="{12C4AD3E-AEAE-4EE4-A50D-99A7CACBC71D}" srcOrd="0" destOrd="0" presId="urn:microsoft.com/office/officeart/2008/layout/LinedList"/>
    <dgm:cxn modelId="{9264705D-324E-4C4B-95AF-EDA40C094E14}" type="presParOf" srcId="{34D2D37F-1677-4DC2-8F6E-26360B99D918}" destId="{179E741A-5994-4C9F-B7BE-EFB3714ED77C}" srcOrd="1" destOrd="0" presId="urn:microsoft.com/office/officeart/2008/layout/LinedList"/>
    <dgm:cxn modelId="{90997EC1-2236-412C-AED6-B88E4C1A0B5F}" type="presParOf" srcId="{6041762C-B3B5-42C3-A6E3-01C3F9BCDCE4}" destId="{1502D2AE-E250-41D1-AD2A-B2753E18B840}" srcOrd="4" destOrd="0" presId="urn:microsoft.com/office/officeart/2008/layout/LinedList"/>
    <dgm:cxn modelId="{D9D00B4D-B2BD-43D2-9B51-1792B95F6B75}" type="presParOf" srcId="{6041762C-B3B5-42C3-A6E3-01C3F9BCDCE4}" destId="{80353741-C9B2-4591-8391-197FD57E7872}" srcOrd="5" destOrd="0" presId="urn:microsoft.com/office/officeart/2008/layout/LinedList"/>
    <dgm:cxn modelId="{73B62865-18BB-426D-A73D-CEE831A14F51}" type="presParOf" srcId="{80353741-C9B2-4591-8391-197FD57E7872}" destId="{59403581-F5A0-4E22-9B77-490A6AF2323D}" srcOrd="0" destOrd="0" presId="urn:microsoft.com/office/officeart/2008/layout/LinedList"/>
    <dgm:cxn modelId="{8166A060-3DC2-4F37-B5AC-6BAECF916BDD}" type="presParOf" srcId="{80353741-C9B2-4591-8391-197FD57E7872}" destId="{D9A57745-0A2E-4AD2-B945-92825821880B}" srcOrd="1" destOrd="0" presId="urn:microsoft.com/office/officeart/2008/layout/LinedList"/>
    <dgm:cxn modelId="{8ED50709-D104-4EF9-8878-44C2A27E6A93}" type="presParOf" srcId="{6041762C-B3B5-42C3-A6E3-01C3F9BCDCE4}" destId="{C42B70FC-D658-4E45-B394-868DF3E2FB80}" srcOrd="6" destOrd="0" presId="urn:microsoft.com/office/officeart/2008/layout/LinedList"/>
    <dgm:cxn modelId="{1DABBFC9-E03B-4512-BD66-1B71E5CCCD85}" type="presParOf" srcId="{6041762C-B3B5-42C3-A6E3-01C3F9BCDCE4}" destId="{2B8EF079-ACB3-4EDD-BC87-146E14FD3536}" srcOrd="7" destOrd="0" presId="urn:microsoft.com/office/officeart/2008/layout/LinedList"/>
    <dgm:cxn modelId="{40EA6E44-75C6-4A8C-8261-F395F8E15A27}" type="presParOf" srcId="{2B8EF079-ACB3-4EDD-BC87-146E14FD3536}" destId="{DA9E2AE8-89B6-471A-8AE5-82C9B52A63F7}" srcOrd="0" destOrd="0" presId="urn:microsoft.com/office/officeart/2008/layout/LinedList"/>
    <dgm:cxn modelId="{92D8606F-A8BE-4AD2-AC55-B010BE12A2B6}" type="presParOf" srcId="{2B8EF079-ACB3-4EDD-BC87-146E14FD3536}" destId="{A008D215-A39B-4D10-96B9-F821902D82C8}" srcOrd="1" destOrd="0" presId="urn:microsoft.com/office/officeart/2008/layout/LinedList"/>
    <dgm:cxn modelId="{C06DC0DA-4737-4376-8AD0-4A823C88E815}" type="presParOf" srcId="{6041762C-B3B5-42C3-A6E3-01C3F9BCDCE4}" destId="{625B5632-AE6A-4393-8DC0-366B7642DAFF}" srcOrd="8" destOrd="0" presId="urn:microsoft.com/office/officeart/2008/layout/LinedList"/>
    <dgm:cxn modelId="{0D0F46D4-1592-4EC5-8262-2F23BD7F0160}" type="presParOf" srcId="{6041762C-B3B5-42C3-A6E3-01C3F9BCDCE4}" destId="{CBAD9066-29B0-423B-A28C-36725BDA603D}" srcOrd="9" destOrd="0" presId="urn:microsoft.com/office/officeart/2008/layout/LinedList"/>
    <dgm:cxn modelId="{32B132E4-5ED8-4905-A55B-B056BC319AE7}" type="presParOf" srcId="{CBAD9066-29B0-423B-A28C-36725BDA603D}" destId="{5F17DFE0-B11A-42B2-B4CD-C826F6EDE113}" srcOrd="0" destOrd="0" presId="urn:microsoft.com/office/officeart/2008/layout/LinedList"/>
    <dgm:cxn modelId="{134BFC61-FF2F-4BAB-8267-EBA9D38E7413}" type="presParOf" srcId="{CBAD9066-29B0-423B-A28C-36725BDA603D}" destId="{A265D100-7B90-4391-B8E5-9175C9AEB76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5DCA04-69E4-45BF-A4E1-CD53259C3A72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E0C05-465C-4CFF-BEC8-A5CB71EDCED0}">
      <dsp:nvSpPr>
        <dsp:cNvPr id="0" name=""/>
        <dsp:cNvSpPr/>
      </dsp:nvSpPr>
      <dsp:spPr>
        <a:xfrm>
          <a:off x="0" y="67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100" kern="1200"/>
            <a:t>Programmeertaal: Python</a:t>
          </a:r>
        </a:p>
      </dsp:txBody>
      <dsp:txXfrm>
        <a:off x="0" y="675"/>
        <a:ext cx="4718785" cy="1105876"/>
      </dsp:txXfrm>
    </dsp:sp>
    <dsp:sp modelId="{63213AFD-EE19-4822-8F11-7F4A1296941D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F1DE6-1804-4152-9FF5-F1A354318B66}">
      <dsp:nvSpPr>
        <dsp:cNvPr id="0" name=""/>
        <dsp:cNvSpPr/>
      </dsp:nvSpPr>
      <dsp:spPr>
        <a:xfrm>
          <a:off x="0" y="110655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100" kern="1200"/>
            <a:t>Framework: Django</a:t>
          </a:r>
        </a:p>
      </dsp:txBody>
      <dsp:txXfrm>
        <a:off x="0" y="1106552"/>
        <a:ext cx="4718785" cy="1105876"/>
      </dsp:txXfrm>
    </dsp:sp>
    <dsp:sp modelId="{3F335703-19CC-428B-B229-72173ADCF76F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1D7A8-8974-4CB2-B018-7A2A667159CD}">
      <dsp:nvSpPr>
        <dsp:cNvPr id="0" name=""/>
        <dsp:cNvSpPr/>
      </dsp:nvSpPr>
      <dsp:spPr>
        <a:xfrm>
          <a:off x="0" y="2212429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100" kern="1200"/>
            <a:t>Realtime communicatie: WebSockets</a:t>
          </a:r>
        </a:p>
      </dsp:txBody>
      <dsp:txXfrm>
        <a:off x="0" y="2212429"/>
        <a:ext cx="4718785" cy="1105876"/>
      </dsp:txXfrm>
    </dsp:sp>
    <dsp:sp modelId="{992D8E70-7242-4C03-832B-C66EDD9F7201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3DC33-4164-4E45-A1F7-A91FE96190F1}">
      <dsp:nvSpPr>
        <dsp:cNvPr id="0" name=""/>
        <dsp:cNvSpPr/>
      </dsp:nvSpPr>
      <dsp:spPr>
        <a:xfrm>
          <a:off x="0" y="331830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100" kern="1200"/>
            <a:t>Grafiek visualisatie: Matplotlib</a:t>
          </a:r>
        </a:p>
      </dsp:txBody>
      <dsp:txXfrm>
        <a:off x="0" y="3318305"/>
        <a:ext cx="4718785" cy="1105876"/>
      </dsp:txXfrm>
    </dsp:sp>
    <dsp:sp modelId="{4FDE6C7B-7768-4276-A79F-B4664845B207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6932B-E532-4E69-9AB1-2B073B318C2A}">
      <dsp:nvSpPr>
        <dsp:cNvPr id="0" name=""/>
        <dsp:cNvSpPr/>
      </dsp:nvSpPr>
      <dsp:spPr>
        <a:xfrm>
          <a:off x="0" y="442418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100" kern="1200"/>
            <a:t>Architectuur: 5-Layer Architecture</a:t>
          </a:r>
        </a:p>
      </dsp:txBody>
      <dsp:txXfrm>
        <a:off x="0" y="4424182"/>
        <a:ext cx="4718785" cy="11058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D99B25-F979-4C25-87F4-C3F9820DFE23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0ED11-0B87-42C0-B712-AE83F057EE5C}">
      <dsp:nvSpPr>
        <dsp:cNvPr id="0" name=""/>
        <dsp:cNvSpPr/>
      </dsp:nvSpPr>
      <dsp:spPr>
        <a:xfrm>
          <a:off x="0" y="0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Een WebSocket is een persistente, bidirectionele verbinding</a:t>
          </a:r>
        </a:p>
      </dsp:txBody>
      <dsp:txXfrm>
        <a:off x="0" y="0"/>
        <a:ext cx="4718785" cy="1382683"/>
      </dsp:txXfrm>
    </dsp:sp>
    <dsp:sp modelId="{5908678F-A5A6-442F-A28A-D8A551AFA3F9}">
      <dsp:nvSpPr>
        <dsp:cNvPr id="0" name=""/>
        <dsp:cNvSpPr/>
      </dsp:nvSpPr>
      <dsp:spPr>
        <a:xfrm>
          <a:off x="0" y="1382683"/>
          <a:ext cx="471878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6CBD9-D40F-4CDD-BB1C-FE9ADB443803}">
      <dsp:nvSpPr>
        <dsp:cNvPr id="0" name=""/>
        <dsp:cNvSpPr/>
      </dsp:nvSpPr>
      <dsp:spPr>
        <a:xfrm>
          <a:off x="0" y="1382683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Blijft open tussen client en server</a:t>
          </a:r>
        </a:p>
      </dsp:txBody>
      <dsp:txXfrm>
        <a:off x="0" y="1382683"/>
        <a:ext cx="4718785" cy="1382683"/>
      </dsp:txXfrm>
    </dsp:sp>
    <dsp:sp modelId="{19A92FD3-CA5C-47B5-AE05-591CB7AAB94E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D7499-6250-45C1-99D6-D784F4008AEF}">
      <dsp:nvSpPr>
        <dsp:cNvPr id="0" name=""/>
        <dsp:cNvSpPr/>
      </dsp:nvSpPr>
      <dsp:spPr>
        <a:xfrm>
          <a:off x="0" y="2765367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Server kan data pushen zonder nieuwe request</a:t>
          </a:r>
        </a:p>
      </dsp:txBody>
      <dsp:txXfrm>
        <a:off x="0" y="2765367"/>
        <a:ext cx="4718785" cy="1382683"/>
      </dsp:txXfrm>
    </dsp:sp>
    <dsp:sp modelId="{31DB5295-59F6-40B4-A2F4-D9C7003395BA}">
      <dsp:nvSpPr>
        <dsp:cNvPr id="0" name=""/>
        <dsp:cNvSpPr/>
      </dsp:nvSpPr>
      <dsp:spPr>
        <a:xfrm>
          <a:off x="0" y="4148051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76AEE-DF4A-4972-97D0-9236B8F276AB}">
      <dsp:nvSpPr>
        <dsp:cNvPr id="0" name=""/>
        <dsp:cNvSpPr/>
      </dsp:nvSpPr>
      <dsp:spPr>
        <a:xfrm>
          <a:off x="0" y="4148051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Ideaal voor real-time applicaties</a:t>
          </a:r>
        </a:p>
      </dsp:txBody>
      <dsp:txXfrm>
        <a:off x="0" y="4148051"/>
        <a:ext cx="4718785" cy="13826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505A6B-E5D5-4E71-905C-85B596958A26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A69B66-341A-4E12-AF8C-FE28463E819C}">
      <dsp:nvSpPr>
        <dsp:cNvPr id="0" name=""/>
        <dsp:cNvSpPr/>
      </dsp:nvSpPr>
      <dsp:spPr>
        <a:xfrm>
          <a:off x="0" y="67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1. Client opent WebSocket-verbinding (handshake)</a:t>
          </a:r>
        </a:p>
      </dsp:txBody>
      <dsp:txXfrm>
        <a:off x="0" y="675"/>
        <a:ext cx="4718785" cy="1105876"/>
      </dsp:txXfrm>
    </dsp:sp>
    <dsp:sp modelId="{CEE80FC7-E0D2-4DFE-A5F8-9EC63850B3A0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1FB5A-32CB-4E84-B4D1-8D04DEEDDEFB}">
      <dsp:nvSpPr>
        <dsp:cNvPr id="0" name=""/>
        <dsp:cNvSpPr/>
      </dsp:nvSpPr>
      <dsp:spPr>
        <a:xfrm>
          <a:off x="0" y="110655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2. Server valideert en accepteert verbinding</a:t>
          </a:r>
        </a:p>
      </dsp:txBody>
      <dsp:txXfrm>
        <a:off x="0" y="1106552"/>
        <a:ext cx="4718785" cy="1105876"/>
      </dsp:txXfrm>
    </dsp:sp>
    <dsp:sp modelId="{D037088B-AE0B-4D60-9A98-4FF61E815B10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9D5A10-092B-4586-ACB3-B0598EB66EFE}">
      <dsp:nvSpPr>
        <dsp:cNvPr id="0" name=""/>
        <dsp:cNvSpPr/>
      </dsp:nvSpPr>
      <dsp:spPr>
        <a:xfrm>
          <a:off x="0" y="2212429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3. Verbinding blijft open</a:t>
          </a:r>
        </a:p>
      </dsp:txBody>
      <dsp:txXfrm>
        <a:off x="0" y="2212429"/>
        <a:ext cx="4718785" cy="1105876"/>
      </dsp:txXfrm>
    </dsp:sp>
    <dsp:sp modelId="{D3101C2D-2A92-4515-BA70-9F9941F97CD4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4F7D3D-1A05-4CF5-9F2F-1ED526E66E5F}">
      <dsp:nvSpPr>
        <dsp:cNvPr id="0" name=""/>
        <dsp:cNvSpPr/>
      </dsp:nvSpPr>
      <dsp:spPr>
        <a:xfrm>
          <a:off x="0" y="331830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4. Server pusht updates bij nieuwe scan-events</a:t>
          </a:r>
        </a:p>
      </dsp:txBody>
      <dsp:txXfrm>
        <a:off x="0" y="3318305"/>
        <a:ext cx="4718785" cy="1105876"/>
      </dsp:txXfrm>
    </dsp:sp>
    <dsp:sp modelId="{3888C048-58B5-4271-9AE1-47ECD290B31B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939312-4BCE-4867-A361-039F90C9C97E}">
      <dsp:nvSpPr>
        <dsp:cNvPr id="0" name=""/>
        <dsp:cNvSpPr/>
      </dsp:nvSpPr>
      <dsp:spPr>
        <a:xfrm>
          <a:off x="0" y="442418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5. Client ontvangt data zonder pagina refresh</a:t>
          </a:r>
        </a:p>
      </dsp:txBody>
      <dsp:txXfrm>
        <a:off x="0" y="4424182"/>
        <a:ext cx="4718785" cy="11058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889B6-D9F5-43D2-9CCD-7146D13ED61F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8781C-6A4C-49EF-AB6A-2F68F422A753}">
      <dsp:nvSpPr>
        <dsp:cNvPr id="0" name=""/>
        <dsp:cNvSpPr/>
      </dsp:nvSpPr>
      <dsp:spPr>
        <a:xfrm>
          <a:off x="0" y="67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Presentation Layer → WebSocket endpoint + routing</a:t>
          </a:r>
        </a:p>
      </dsp:txBody>
      <dsp:txXfrm>
        <a:off x="0" y="675"/>
        <a:ext cx="4718785" cy="1105876"/>
      </dsp:txXfrm>
    </dsp:sp>
    <dsp:sp modelId="{C7E3DB81-B669-4FCB-A233-80FABE89885D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8EDA2-9C9E-4240-9962-CDAD73C50773}">
      <dsp:nvSpPr>
        <dsp:cNvPr id="0" name=""/>
        <dsp:cNvSpPr/>
      </dsp:nvSpPr>
      <dsp:spPr>
        <a:xfrm>
          <a:off x="0" y="110655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Application Layer → Orkestreert scan-events</a:t>
          </a:r>
        </a:p>
      </dsp:txBody>
      <dsp:txXfrm>
        <a:off x="0" y="1106552"/>
        <a:ext cx="4718785" cy="1105876"/>
      </dsp:txXfrm>
    </dsp:sp>
    <dsp:sp modelId="{575A8C8B-C7BE-4C97-928D-267C46D747E5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D5281-07E1-4D13-8F90-C42C157FBCFE}">
      <dsp:nvSpPr>
        <dsp:cNvPr id="0" name=""/>
        <dsp:cNvSpPr/>
      </dsp:nvSpPr>
      <dsp:spPr>
        <a:xfrm>
          <a:off x="0" y="2212429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Business Logic Layer → Validatie + in-memory counter</a:t>
          </a:r>
        </a:p>
      </dsp:txBody>
      <dsp:txXfrm>
        <a:off x="0" y="2212429"/>
        <a:ext cx="4718785" cy="1105876"/>
      </dsp:txXfrm>
    </dsp:sp>
    <dsp:sp modelId="{4EECFDC7-1F55-417A-9FBE-C9DB0592B669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6A69F-D742-4A91-AC73-92A7BED4F1DE}">
      <dsp:nvSpPr>
        <dsp:cNvPr id="0" name=""/>
        <dsp:cNvSpPr/>
      </dsp:nvSpPr>
      <dsp:spPr>
        <a:xfrm>
          <a:off x="0" y="331830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Data Access Layer → Opslag uurtotalen</a:t>
          </a:r>
        </a:p>
      </dsp:txBody>
      <dsp:txXfrm>
        <a:off x="0" y="3318305"/>
        <a:ext cx="4718785" cy="1105876"/>
      </dsp:txXfrm>
    </dsp:sp>
    <dsp:sp modelId="{FE4E37B6-94D7-4270-BDAD-486C19AC2E80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ABAFC-6CDF-47E5-8B7F-C06ECB5B07CA}">
      <dsp:nvSpPr>
        <dsp:cNvPr id="0" name=""/>
        <dsp:cNvSpPr/>
      </dsp:nvSpPr>
      <dsp:spPr>
        <a:xfrm>
          <a:off x="0" y="442418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Database Layer → Persistente opslag</a:t>
          </a:r>
        </a:p>
      </dsp:txBody>
      <dsp:txXfrm>
        <a:off x="0" y="4424182"/>
        <a:ext cx="4718785" cy="11058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D62BD8-8196-4A5C-97AE-AD95F99CDFCA}">
      <dsp:nvSpPr>
        <dsp:cNvPr id="0" name=""/>
        <dsp:cNvSpPr/>
      </dsp:nvSpPr>
      <dsp:spPr>
        <a:xfrm>
          <a:off x="0" y="2700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ABD8D3-D7A9-4F46-9D1E-3B52FE2BAA88}">
      <dsp:nvSpPr>
        <dsp:cNvPr id="0" name=""/>
        <dsp:cNvSpPr/>
      </dsp:nvSpPr>
      <dsp:spPr>
        <a:xfrm>
          <a:off x="0" y="2700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Bluetooth scan detecteert device (CMD)</a:t>
          </a:r>
        </a:p>
      </dsp:txBody>
      <dsp:txXfrm>
        <a:off x="0" y="2700"/>
        <a:ext cx="4718785" cy="920888"/>
      </dsp:txXfrm>
    </dsp:sp>
    <dsp:sp modelId="{5F99E2D5-87C4-458C-89A9-9A944A0C56E9}">
      <dsp:nvSpPr>
        <dsp:cNvPr id="0" name=""/>
        <dsp:cNvSpPr/>
      </dsp:nvSpPr>
      <dsp:spPr>
        <a:xfrm>
          <a:off x="0" y="923589"/>
          <a:ext cx="4718785" cy="0"/>
        </a:xfrm>
        <a:prstGeom prst="line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EC342-AC69-4245-B6F4-2935DBCB5424}">
      <dsp:nvSpPr>
        <dsp:cNvPr id="0" name=""/>
        <dsp:cNvSpPr/>
      </dsp:nvSpPr>
      <dsp:spPr>
        <a:xfrm>
          <a:off x="0" y="923589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Scan-event naar backend</a:t>
          </a:r>
        </a:p>
      </dsp:txBody>
      <dsp:txXfrm>
        <a:off x="0" y="923589"/>
        <a:ext cx="4718785" cy="920888"/>
      </dsp:txXfrm>
    </dsp:sp>
    <dsp:sp modelId="{D7C0CF24-6FCD-4728-B561-DFC6A8D4FF44}">
      <dsp:nvSpPr>
        <dsp:cNvPr id="0" name=""/>
        <dsp:cNvSpPr/>
      </dsp:nvSpPr>
      <dsp:spPr>
        <a:xfrm>
          <a:off x="0" y="1844478"/>
          <a:ext cx="4718785" cy="0"/>
        </a:xfrm>
        <a:prstGeom prst="line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D0ABD-DE31-47C0-BDDA-7DA7B1B1CE55}">
      <dsp:nvSpPr>
        <dsp:cNvPr id="0" name=""/>
        <dsp:cNvSpPr/>
      </dsp:nvSpPr>
      <dsp:spPr>
        <a:xfrm>
          <a:off x="0" y="1844478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Validatie in Business Layer</a:t>
          </a:r>
        </a:p>
      </dsp:txBody>
      <dsp:txXfrm>
        <a:off x="0" y="1844478"/>
        <a:ext cx="4718785" cy="920888"/>
      </dsp:txXfrm>
    </dsp:sp>
    <dsp:sp modelId="{22B5C808-6A0F-4E92-9246-6F3F012DFCFB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5EAC51-25B5-4C05-B1BE-79D242725581}">
      <dsp:nvSpPr>
        <dsp:cNvPr id="0" name=""/>
        <dsp:cNvSpPr/>
      </dsp:nvSpPr>
      <dsp:spPr>
        <a:xfrm>
          <a:off x="0" y="2765367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Counter wordt verhoogd (in-memory)</a:t>
          </a:r>
        </a:p>
      </dsp:txBody>
      <dsp:txXfrm>
        <a:off x="0" y="2765367"/>
        <a:ext cx="4718785" cy="920888"/>
      </dsp:txXfrm>
    </dsp:sp>
    <dsp:sp modelId="{6DE53FB8-C9C6-4808-B376-986D7DA6E4D0}">
      <dsp:nvSpPr>
        <dsp:cNvPr id="0" name=""/>
        <dsp:cNvSpPr/>
      </dsp:nvSpPr>
      <dsp:spPr>
        <a:xfrm>
          <a:off x="0" y="3686256"/>
          <a:ext cx="4718785" cy="0"/>
        </a:xfrm>
        <a:prstGeom prst="line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18ACBB-7704-4E73-8C24-9D6FE9EB8175}">
      <dsp:nvSpPr>
        <dsp:cNvPr id="0" name=""/>
        <dsp:cNvSpPr/>
      </dsp:nvSpPr>
      <dsp:spPr>
        <a:xfrm>
          <a:off x="0" y="3686256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WebSocket broadcast naar frontend</a:t>
          </a:r>
        </a:p>
      </dsp:txBody>
      <dsp:txXfrm>
        <a:off x="0" y="3686256"/>
        <a:ext cx="4718785" cy="920888"/>
      </dsp:txXfrm>
    </dsp:sp>
    <dsp:sp modelId="{0210D624-70DA-4AB7-BBD4-AAB7807FBFC1}">
      <dsp:nvSpPr>
        <dsp:cNvPr id="0" name=""/>
        <dsp:cNvSpPr/>
      </dsp:nvSpPr>
      <dsp:spPr>
        <a:xfrm>
          <a:off x="0" y="4607145"/>
          <a:ext cx="4718785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E0CD2-42A6-4ABD-918A-38F50130494D}">
      <dsp:nvSpPr>
        <dsp:cNvPr id="0" name=""/>
        <dsp:cNvSpPr/>
      </dsp:nvSpPr>
      <dsp:spPr>
        <a:xfrm>
          <a:off x="0" y="4607145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Live update zichtbaar op homepage</a:t>
          </a:r>
        </a:p>
      </dsp:txBody>
      <dsp:txXfrm>
        <a:off x="0" y="4607145"/>
        <a:ext cx="4718785" cy="9208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8C737-8DA9-4713-BF10-A8BC9E7439F3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D7527-1FF4-4F41-B089-E5529677E74D}">
      <dsp:nvSpPr>
        <dsp:cNvPr id="0" name=""/>
        <dsp:cNvSpPr/>
      </dsp:nvSpPr>
      <dsp:spPr>
        <a:xfrm>
          <a:off x="0" y="67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Elke scan verhoogt in-memory teller</a:t>
          </a:r>
        </a:p>
      </dsp:txBody>
      <dsp:txXfrm>
        <a:off x="0" y="675"/>
        <a:ext cx="4718785" cy="1105876"/>
      </dsp:txXfrm>
    </dsp:sp>
    <dsp:sp modelId="{F1557AE0-8BE3-4782-B1EF-5E8D311034B6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5A3C9C-1767-40A6-8E5F-C60C49E29EB1}">
      <dsp:nvSpPr>
        <dsp:cNvPr id="0" name=""/>
        <dsp:cNvSpPr/>
      </dsp:nvSpPr>
      <dsp:spPr>
        <a:xfrm>
          <a:off x="0" y="110655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Geen database-opslag per device</a:t>
          </a:r>
        </a:p>
      </dsp:txBody>
      <dsp:txXfrm>
        <a:off x="0" y="1106552"/>
        <a:ext cx="4718785" cy="1105876"/>
      </dsp:txXfrm>
    </dsp:sp>
    <dsp:sp modelId="{989F805E-0BE9-47F7-80CA-3FD2648EED37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702057-2305-4F00-AE3E-DC34F9CDA2EF}">
      <dsp:nvSpPr>
        <dsp:cNvPr id="0" name=""/>
        <dsp:cNvSpPr/>
      </dsp:nvSpPr>
      <dsp:spPr>
        <a:xfrm>
          <a:off x="0" y="2212429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Scheduler triggert opslag elk uur</a:t>
          </a:r>
        </a:p>
      </dsp:txBody>
      <dsp:txXfrm>
        <a:off x="0" y="2212429"/>
        <a:ext cx="4718785" cy="1105876"/>
      </dsp:txXfrm>
    </dsp:sp>
    <dsp:sp modelId="{509173F5-D429-437B-83E7-983C71F8D240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983531-9DAA-43B0-AD4C-215235271B40}">
      <dsp:nvSpPr>
        <dsp:cNvPr id="0" name=""/>
        <dsp:cNvSpPr/>
      </dsp:nvSpPr>
      <dsp:spPr>
        <a:xfrm>
          <a:off x="0" y="331830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Totaal wordt opgeslagen in database</a:t>
          </a:r>
        </a:p>
      </dsp:txBody>
      <dsp:txXfrm>
        <a:off x="0" y="3318305"/>
        <a:ext cx="4718785" cy="1105876"/>
      </dsp:txXfrm>
    </dsp:sp>
    <dsp:sp modelId="{B10B2EFE-A06F-46FF-BDA0-5D7C912D6EB3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DDD3F5-2934-43C1-AD08-26DAE82ED313}">
      <dsp:nvSpPr>
        <dsp:cNvPr id="0" name=""/>
        <dsp:cNvSpPr/>
      </dsp:nvSpPr>
      <dsp:spPr>
        <a:xfrm>
          <a:off x="0" y="442418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Counter wordt gereset</a:t>
          </a:r>
        </a:p>
      </dsp:txBody>
      <dsp:txXfrm>
        <a:off x="0" y="4424182"/>
        <a:ext cx="4718785" cy="110587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E169D-D04F-47BC-BB30-7A89CDBA1A98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075E6-842D-4430-B9DB-9C5FAB6BE77E}">
      <dsp:nvSpPr>
        <dsp:cNvPr id="0" name=""/>
        <dsp:cNvSpPr/>
      </dsp:nvSpPr>
      <dsp:spPr>
        <a:xfrm>
          <a:off x="0" y="67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Gebruik van config.env bestand</a:t>
          </a:r>
        </a:p>
      </dsp:txBody>
      <dsp:txXfrm>
        <a:off x="0" y="675"/>
        <a:ext cx="4718785" cy="1105876"/>
      </dsp:txXfrm>
    </dsp:sp>
    <dsp:sp modelId="{CD3507DE-E45C-4696-B7F4-02BED3EA6433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D1C7E-526C-416F-8420-B1E5A1CACF99}">
      <dsp:nvSpPr>
        <dsp:cNvPr id="0" name=""/>
        <dsp:cNvSpPr/>
      </dsp:nvSpPr>
      <dsp:spPr>
        <a:xfrm>
          <a:off x="0" y="110655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Authenticatie via request headers</a:t>
          </a:r>
        </a:p>
      </dsp:txBody>
      <dsp:txXfrm>
        <a:off x="0" y="1106552"/>
        <a:ext cx="4718785" cy="1105876"/>
      </dsp:txXfrm>
    </dsp:sp>
    <dsp:sp modelId="{CC10BD29-6B42-4C30-8368-EF5015F17771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22F11-90B4-4840-9C62-A413F08B4D75}">
      <dsp:nvSpPr>
        <dsp:cNvPr id="0" name=""/>
        <dsp:cNvSpPr/>
      </dsp:nvSpPr>
      <dsp:spPr>
        <a:xfrm>
          <a:off x="0" y="2212429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WebSocket authenticatie bij verbinding</a:t>
          </a:r>
        </a:p>
      </dsp:txBody>
      <dsp:txXfrm>
        <a:off x="0" y="2212429"/>
        <a:ext cx="4718785" cy="1105876"/>
      </dsp:txXfrm>
    </dsp:sp>
    <dsp:sp modelId="{302EA40B-E223-4BE4-8E2E-98E09757EBE8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FD3A4-231B-497F-8A9D-7B8CFD38ABEA}">
      <dsp:nvSpPr>
        <dsp:cNvPr id="0" name=""/>
        <dsp:cNvSpPr/>
      </dsp:nvSpPr>
      <dsp:spPr>
        <a:xfrm>
          <a:off x="0" y="331830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Geen response bij ongeldige credentials</a:t>
          </a:r>
        </a:p>
      </dsp:txBody>
      <dsp:txXfrm>
        <a:off x="0" y="3318305"/>
        <a:ext cx="4718785" cy="1105876"/>
      </dsp:txXfrm>
    </dsp:sp>
    <dsp:sp modelId="{9FE9EA82-758B-44A1-A9CF-63B294C1C307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4AF640-1AC1-4CEB-93D9-6ACE27608A39}">
      <dsp:nvSpPr>
        <dsp:cNvPr id="0" name=""/>
        <dsp:cNvSpPr/>
      </dsp:nvSpPr>
      <dsp:spPr>
        <a:xfrm>
          <a:off x="0" y="442418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Scheiding van verantwoordelijkheden per layer</a:t>
          </a:r>
        </a:p>
      </dsp:txBody>
      <dsp:txXfrm>
        <a:off x="0" y="4424182"/>
        <a:ext cx="4718785" cy="11058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E2A1E-BD36-4A76-B1B2-D073DB344895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540BD8-8888-4F92-8E19-5FEAD798CB89}">
      <dsp:nvSpPr>
        <dsp:cNvPr id="0" name=""/>
        <dsp:cNvSpPr/>
      </dsp:nvSpPr>
      <dsp:spPr>
        <a:xfrm>
          <a:off x="0" y="67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Real-time Bluetooth scanning via WebSocket</a:t>
          </a:r>
        </a:p>
      </dsp:txBody>
      <dsp:txXfrm>
        <a:off x="0" y="675"/>
        <a:ext cx="4718785" cy="1105876"/>
      </dsp:txXfrm>
    </dsp:sp>
    <dsp:sp modelId="{8ABB45C2-AFA9-4D0D-9BA4-CDFF17C28738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4AD3E-AEAE-4EE4-A50D-99A7CACBC71D}">
      <dsp:nvSpPr>
        <dsp:cNvPr id="0" name=""/>
        <dsp:cNvSpPr/>
      </dsp:nvSpPr>
      <dsp:spPr>
        <a:xfrm>
          <a:off x="0" y="110655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Efficiënte opslag via in-memory hourly counter</a:t>
          </a:r>
        </a:p>
      </dsp:txBody>
      <dsp:txXfrm>
        <a:off x="0" y="1106552"/>
        <a:ext cx="4718785" cy="1105876"/>
      </dsp:txXfrm>
    </dsp:sp>
    <dsp:sp modelId="{1502D2AE-E250-41D1-AD2A-B2753E18B840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03581-F5A0-4E22-9B77-490A6AF2323D}">
      <dsp:nvSpPr>
        <dsp:cNvPr id="0" name=""/>
        <dsp:cNvSpPr/>
      </dsp:nvSpPr>
      <dsp:spPr>
        <a:xfrm>
          <a:off x="0" y="2212429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Schaalbare Django backend</a:t>
          </a:r>
        </a:p>
      </dsp:txBody>
      <dsp:txXfrm>
        <a:off x="0" y="2212429"/>
        <a:ext cx="4718785" cy="1105876"/>
      </dsp:txXfrm>
    </dsp:sp>
    <dsp:sp modelId="{C42B70FC-D658-4E45-B394-868DF3E2FB80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9E2AE8-89B6-471A-8AE5-82C9B52A63F7}">
      <dsp:nvSpPr>
        <dsp:cNvPr id="0" name=""/>
        <dsp:cNvSpPr/>
      </dsp:nvSpPr>
      <dsp:spPr>
        <a:xfrm>
          <a:off x="0" y="331830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Duidelijke 5-layer architectuur</a:t>
          </a:r>
        </a:p>
      </dsp:txBody>
      <dsp:txXfrm>
        <a:off x="0" y="3318305"/>
        <a:ext cx="4718785" cy="1105876"/>
      </dsp:txXfrm>
    </dsp:sp>
    <dsp:sp modelId="{625B5632-AE6A-4393-8DC0-366B7642DAFF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7DFE0-B11A-42B2-B4CD-C826F6EDE113}">
      <dsp:nvSpPr>
        <dsp:cNvPr id="0" name=""/>
        <dsp:cNvSpPr/>
      </dsp:nvSpPr>
      <dsp:spPr>
        <a:xfrm>
          <a:off x="0" y="442418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Professionele en onderhoudbare oplossing</a:t>
          </a:r>
        </a:p>
      </dsp:txBody>
      <dsp:txXfrm>
        <a:off x="0" y="4424182"/>
        <a:ext cx="4718785" cy="11058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1">
            <a:extLst>
              <a:ext uri="{FF2B5EF4-FFF2-40B4-BE49-F238E27FC236}">
                <a16:creationId xmlns:a16="http://schemas.microsoft.com/office/drawing/2014/main" id="{676A1B86-DC99-46B9-B5AA-A7E928EA9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E9304FFE-74E9-4316-B822-F35A685E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71912" y="1562669"/>
            <a:ext cx="4227085" cy="2456597"/>
          </a:xfrm>
        </p:spPr>
        <p:txBody>
          <a:bodyPr anchor="b">
            <a:normAutofit/>
          </a:bodyPr>
          <a:lstStyle/>
          <a:p>
            <a:r>
              <a:rPr lang="nl-NL" sz="3800">
                <a:solidFill>
                  <a:schemeClr val="tx1">
                    <a:lumMod val="85000"/>
                    <a:lumOff val="15000"/>
                  </a:schemeClr>
                </a:solidFill>
              </a:rPr>
              <a:t>Smart-IoT-Gateway-Scan Modernisering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36981" y="4298722"/>
            <a:ext cx="3508565" cy="1148885"/>
          </a:xfrm>
        </p:spPr>
        <p:txBody>
          <a:bodyPr anchor="t">
            <a:normAutofit/>
          </a:bodyPr>
          <a:lstStyle/>
          <a:p>
            <a:r>
              <a:rPr lang="nl-NL" sz="1600">
                <a:solidFill>
                  <a:schemeClr val="tx1">
                    <a:lumMod val="85000"/>
                    <a:lumOff val="15000"/>
                  </a:schemeClr>
                </a:solidFill>
              </a:rPr>
              <a:t>Architectuur, WebSockets &amp; Implementatie</a:t>
            </a:r>
          </a:p>
        </p:txBody>
      </p:sp>
      <p:pic>
        <p:nvPicPr>
          <p:cNvPr id="28" name="Picture 17">
            <a:extLst>
              <a:ext uri="{FF2B5EF4-FFF2-40B4-BE49-F238E27FC236}">
                <a16:creationId xmlns:a16="http://schemas.microsoft.com/office/drawing/2014/main" id="{3E6A3EED-3E39-AF61-5A18-8610E892AB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47" r="39194"/>
          <a:stretch>
            <a:fillRect/>
          </a:stretch>
        </p:blipFill>
        <p:spPr>
          <a:xfrm>
            <a:off x="-5449" y="10"/>
            <a:ext cx="2677211" cy="6857990"/>
          </a:xfrm>
          <a:custGeom>
            <a:avLst/>
            <a:gdLst/>
            <a:ahLst/>
            <a:cxnLst/>
            <a:rect l="l" t="t" r="r" b="b"/>
            <a:pathLst>
              <a:path w="3569616" h="6858000">
                <a:moveTo>
                  <a:pt x="0" y="0"/>
                </a:moveTo>
                <a:lnTo>
                  <a:pt x="3119345" y="0"/>
                </a:lnTo>
                <a:lnTo>
                  <a:pt x="3123529" y="17226"/>
                </a:lnTo>
                <a:cubicBezTo>
                  <a:pt x="3124924" y="23927"/>
                  <a:pt x="3126075" y="29690"/>
                  <a:pt x="3127926" y="35733"/>
                </a:cubicBezTo>
                <a:cubicBezTo>
                  <a:pt x="3135983" y="55162"/>
                  <a:pt x="3152761" y="75163"/>
                  <a:pt x="3158476" y="86830"/>
                </a:cubicBezTo>
                <a:lnTo>
                  <a:pt x="3162217" y="105744"/>
                </a:lnTo>
                <a:lnTo>
                  <a:pt x="3166997" y="104727"/>
                </a:lnTo>
                <a:lnTo>
                  <a:pt x="3167793" y="111793"/>
                </a:lnTo>
                <a:lnTo>
                  <a:pt x="3168896" y="127609"/>
                </a:lnTo>
                <a:cubicBezTo>
                  <a:pt x="3170241" y="137435"/>
                  <a:pt x="3170795" y="164972"/>
                  <a:pt x="3173185" y="174906"/>
                </a:cubicBezTo>
                <a:cubicBezTo>
                  <a:pt x="3178510" y="177461"/>
                  <a:pt x="3181593" y="181749"/>
                  <a:pt x="3183238" y="187215"/>
                </a:cubicBezTo>
                <a:lnTo>
                  <a:pt x="3184145" y="199435"/>
                </a:lnTo>
                <a:lnTo>
                  <a:pt x="3200957" y="269529"/>
                </a:lnTo>
                <a:lnTo>
                  <a:pt x="3202491" y="279219"/>
                </a:lnTo>
                <a:lnTo>
                  <a:pt x="3206975" y="284221"/>
                </a:lnTo>
                <a:cubicBezTo>
                  <a:pt x="3208056" y="288198"/>
                  <a:pt x="3208241" y="299815"/>
                  <a:pt x="3208979" y="303078"/>
                </a:cubicBezTo>
                <a:cubicBezTo>
                  <a:pt x="3209786" y="303316"/>
                  <a:pt x="3210593" y="303555"/>
                  <a:pt x="3211400" y="303794"/>
                </a:cubicBezTo>
                <a:cubicBezTo>
                  <a:pt x="3215834" y="314048"/>
                  <a:pt x="3230882" y="352723"/>
                  <a:pt x="3235583" y="364595"/>
                </a:cubicBezTo>
                <a:cubicBezTo>
                  <a:pt x="3232098" y="367263"/>
                  <a:pt x="3238178" y="372307"/>
                  <a:pt x="3239601" y="375020"/>
                </a:cubicBezTo>
                <a:cubicBezTo>
                  <a:pt x="3237179" y="375617"/>
                  <a:pt x="3236854" y="382439"/>
                  <a:pt x="3239157" y="384290"/>
                </a:cubicBezTo>
                <a:cubicBezTo>
                  <a:pt x="3254070" y="431093"/>
                  <a:pt x="3227895" y="408920"/>
                  <a:pt x="3245230" y="435044"/>
                </a:cubicBezTo>
                <a:cubicBezTo>
                  <a:pt x="3246565" y="439781"/>
                  <a:pt x="3245820" y="443743"/>
                  <a:pt x="3244204" y="447282"/>
                </a:cubicBezTo>
                <a:lnTo>
                  <a:pt x="3240762" y="452630"/>
                </a:lnTo>
                <a:lnTo>
                  <a:pt x="3249093" y="471880"/>
                </a:lnTo>
                <a:cubicBezTo>
                  <a:pt x="3252174" y="481431"/>
                  <a:pt x="3254453" y="491548"/>
                  <a:pt x="3255857" y="501992"/>
                </a:cubicBezTo>
                <a:cubicBezTo>
                  <a:pt x="3250999" y="504682"/>
                  <a:pt x="3258622" y="512442"/>
                  <a:pt x="3260271" y="516223"/>
                </a:cubicBezTo>
                <a:cubicBezTo>
                  <a:pt x="3257006" y="516482"/>
                  <a:pt x="3255973" y="525173"/>
                  <a:pt x="3258865" y="528038"/>
                </a:cubicBezTo>
                <a:cubicBezTo>
                  <a:pt x="3274535" y="591283"/>
                  <a:pt x="3241762" y="557303"/>
                  <a:pt x="3262462" y="594499"/>
                </a:cubicBezTo>
                <a:cubicBezTo>
                  <a:pt x="3263816" y="600863"/>
                  <a:pt x="3262479" y="605795"/>
                  <a:pt x="3260024" y="610000"/>
                </a:cubicBezTo>
                <a:lnTo>
                  <a:pt x="3253721" y="617692"/>
                </a:lnTo>
                <a:lnTo>
                  <a:pt x="3256482" y="623204"/>
                </a:lnTo>
                <a:cubicBezTo>
                  <a:pt x="3258005" y="644600"/>
                  <a:pt x="3251476" y="651376"/>
                  <a:pt x="3259225" y="663365"/>
                </a:cubicBezTo>
                <a:cubicBezTo>
                  <a:pt x="3245876" y="682744"/>
                  <a:pt x="3258539" y="675670"/>
                  <a:pt x="3261631" y="689522"/>
                </a:cubicBezTo>
                <a:cubicBezTo>
                  <a:pt x="3265207" y="700373"/>
                  <a:pt x="3269507" y="679723"/>
                  <a:pt x="3271002" y="690492"/>
                </a:cubicBezTo>
                <a:cubicBezTo>
                  <a:pt x="3267989" y="702455"/>
                  <a:pt x="3279578" y="701125"/>
                  <a:pt x="3275760" y="713609"/>
                </a:cubicBezTo>
                <a:cubicBezTo>
                  <a:pt x="3266819" y="711239"/>
                  <a:pt x="3278954" y="737528"/>
                  <a:pt x="3271356" y="738880"/>
                </a:cubicBezTo>
                <a:cubicBezTo>
                  <a:pt x="3282938" y="748490"/>
                  <a:pt x="3269788" y="754591"/>
                  <a:pt x="3274016" y="768139"/>
                </a:cubicBezTo>
                <a:cubicBezTo>
                  <a:pt x="3278559" y="774347"/>
                  <a:pt x="3279560" y="778980"/>
                  <a:pt x="3275507" y="785654"/>
                </a:cubicBezTo>
                <a:cubicBezTo>
                  <a:pt x="3297514" y="814181"/>
                  <a:pt x="3277534" y="803670"/>
                  <a:pt x="3287024" y="831111"/>
                </a:cubicBezTo>
                <a:cubicBezTo>
                  <a:pt x="3296672" y="854655"/>
                  <a:pt x="3303659" y="881610"/>
                  <a:pt x="3324562" y="903604"/>
                </a:cubicBezTo>
                <a:cubicBezTo>
                  <a:pt x="3330338" y="907511"/>
                  <a:pt x="3333079" y="917872"/>
                  <a:pt x="3330682" y="926744"/>
                </a:cubicBezTo>
                <a:cubicBezTo>
                  <a:pt x="3330269" y="928269"/>
                  <a:pt x="3329716" y="929694"/>
                  <a:pt x="3329041" y="930971"/>
                </a:cubicBezTo>
                <a:cubicBezTo>
                  <a:pt x="3333270" y="950914"/>
                  <a:pt x="3351150" y="1023696"/>
                  <a:pt x="3356062" y="1046405"/>
                </a:cubicBezTo>
                <a:cubicBezTo>
                  <a:pt x="3349099" y="1048737"/>
                  <a:pt x="3362597" y="1059482"/>
                  <a:pt x="3358521" y="1067217"/>
                </a:cubicBezTo>
                <a:cubicBezTo>
                  <a:pt x="3354869" y="1072807"/>
                  <a:pt x="3358113" y="1077371"/>
                  <a:pt x="3358773" y="1082909"/>
                </a:cubicBezTo>
                <a:cubicBezTo>
                  <a:pt x="3356098" y="1090444"/>
                  <a:pt x="3363241" y="1113953"/>
                  <a:pt x="3367682" y="1119909"/>
                </a:cubicBezTo>
                <a:cubicBezTo>
                  <a:pt x="3382703" y="1133847"/>
                  <a:pt x="3374343" y="1168367"/>
                  <a:pt x="3385911" y="1180009"/>
                </a:cubicBezTo>
                <a:cubicBezTo>
                  <a:pt x="3387774" y="1184389"/>
                  <a:pt x="3388688" y="1188737"/>
                  <a:pt x="3389010" y="1193041"/>
                </a:cubicBezTo>
                <a:lnTo>
                  <a:pt x="3388572" y="1205179"/>
                </a:lnTo>
                <a:lnTo>
                  <a:pt x="3385768" y="1208811"/>
                </a:lnTo>
                <a:lnTo>
                  <a:pt x="3386975" y="1216129"/>
                </a:lnTo>
                <a:lnTo>
                  <a:pt x="3386647" y="1218271"/>
                </a:lnTo>
                <a:cubicBezTo>
                  <a:pt x="3386007" y="1222365"/>
                  <a:pt x="3385480" y="1226399"/>
                  <a:pt x="3385420" y="1230360"/>
                </a:cubicBezTo>
                <a:cubicBezTo>
                  <a:pt x="3400233" y="1224163"/>
                  <a:pt x="3387342" y="1263034"/>
                  <a:pt x="3398902" y="1251303"/>
                </a:cubicBezTo>
                <a:cubicBezTo>
                  <a:pt x="3401143" y="1271991"/>
                  <a:pt x="3411558" y="1255397"/>
                  <a:pt x="3402244" y="1281071"/>
                </a:cubicBezTo>
                <a:cubicBezTo>
                  <a:pt x="3416627" y="1312459"/>
                  <a:pt x="3415183" y="1363554"/>
                  <a:pt x="3435533" y="1387530"/>
                </a:cubicBezTo>
                <a:cubicBezTo>
                  <a:pt x="3428168" y="1384876"/>
                  <a:pt x="3423452" y="1398828"/>
                  <a:pt x="3427595" y="1407995"/>
                </a:cubicBezTo>
                <a:cubicBezTo>
                  <a:pt x="3398778" y="1398886"/>
                  <a:pt x="3455260" y="1443485"/>
                  <a:pt x="3436580" y="1453051"/>
                </a:cubicBezTo>
                <a:cubicBezTo>
                  <a:pt x="3454427" y="1452263"/>
                  <a:pt x="3487273" y="1492392"/>
                  <a:pt x="3473886" y="1513215"/>
                </a:cubicBezTo>
                <a:cubicBezTo>
                  <a:pt x="3479337" y="1543203"/>
                  <a:pt x="3495403" y="1563620"/>
                  <a:pt x="3491486" y="1595707"/>
                </a:cubicBezTo>
                <a:cubicBezTo>
                  <a:pt x="3493932" y="1596530"/>
                  <a:pt x="3496028" y="1598008"/>
                  <a:pt x="3497869" y="1599939"/>
                </a:cubicBezTo>
                <a:lnTo>
                  <a:pt x="3502453" y="1606503"/>
                </a:lnTo>
                <a:lnTo>
                  <a:pt x="3502232" y="1607846"/>
                </a:lnTo>
                <a:cubicBezTo>
                  <a:pt x="3502503" y="1613048"/>
                  <a:pt x="3503673" y="1615641"/>
                  <a:pt x="3505239" y="1617081"/>
                </a:cubicBezTo>
                <a:cubicBezTo>
                  <a:pt x="3505979" y="1617395"/>
                  <a:pt x="3506719" y="1617710"/>
                  <a:pt x="3507459" y="1618024"/>
                </a:cubicBezTo>
                <a:lnTo>
                  <a:pt x="3510011" y="1624022"/>
                </a:lnTo>
                <a:lnTo>
                  <a:pt x="3516358" y="1634929"/>
                </a:lnTo>
                <a:lnTo>
                  <a:pt x="3516308" y="1637821"/>
                </a:lnTo>
                <a:lnTo>
                  <a:pt x="3523955" y="1655598"/>
                </a:lnTo>
                <a:lnTo>
                  <a:pt x="3523473" y="1656247"/>
                </a:lnTo>
                <a:cubicBezTo>
                  <a:pt x="3522567" y="1658107"/>
                  <a:pt x="3522227" y="1660249"/>
                  <a:pt x="3523061" y="1663024"/>
                </a:cubicBezTo>
                <a:cubicBezTo>
                  <a:pt x="3513175" y="1664689"/>
                  <a:pt x="3520280" y="1667013"/>
                  <a:pt x="3523616" y="1675054"/>
                </a:cubicBezTo>
                <a:cubicBezTo>
                  <a:pt x="3509006" y="1679436"/>
                  <a:pt x="3523682" y="1698702"/>
                  <a:pt x="3517630" y="1707801"/>
                </a:cubicBezTo>
                <a:cubicBezTo>
                  <a:pt x="3520410" y="1713612"/>
                  <a:pt x="3523083" y="1719836"/>
                  <a:pt x="3525537" y="1726380"/>
                </a:cubicBezTo>
                <a:lnTo>
                  <a:pt x="3529903" y="1779986"/>
                </a:lnTo>
                <a:lnTo>
                  <a:pt x="3521468" y="1836998"/>
                </a:lnTo>
                <a:cubicBezTo>
                  <a:pt x="3522502" y="1857808"/>
                  <a:pt x="3519191" y="1876110"/>
                  <a:pt x="3523412" y="1893497"/>
                </a:cubicBezTo>
                <a:cubicBezTo>
                  <a:pt x="3520411" y="1900876"/>
                  <a:pt x="3519436" y="1907708"/>
                  <a:pt x="3525004" y="1913894"/>
                </a:cubicBezTo>
                <a:cubicBezTo>
                  <a:pt x="3524490" y="1933413"/>
                  <a:pt x="3517414" y="1938604"/>
                  <a:pt x="3523928" y="1950514"/>
                </a:cubicBezTo>
                <a:cubicBezTo>
                  <a:pt x="3512685" y="1962215"/>
                  <a:pt x="3517275" y="1962555"/>
                  <a:pt x="3521008" y="1967449"/>
                </a:cubicBezTo>
                <a:lnTo>
                  <a:pt x="3521297" y="1968163"/>
                </a:lnTo>
                <a:lnTo>
                  <a:pt x="3519686" y="1969768"/>
                </a:lnTo>
                <a:lnTo>
                  <a:pt x="3519089" y="1972904"/>
                </a:lnTo>
                <a:lnTo>
                  <a:pt x="3520122" y="1981289"/>
                </a:lnTo>
                <a:lnTo>
                  <a:pt x="3520948" y="1984413"/>
                </a:lnTo>
                <a:cubicBezTo>
                  <a:pt x="3521356" y="1986575"/>
                  <a:pt x="3521416" y="1988026"/>
                  <a:pt x="3521226" y="1989046"/>
                </a:cubicBezTo>
                <a:lnTo>
                  <a:pt x="3521092" y="1989171"/>
                </a:lnTo>
                <a:lnTo>
                  <a:pt x="3521624" y="1993492"/>
                </a:lnTo>
                <a:cubicBezTo>
                  <a:pt x="3522844" y="2000762"/>
                  <a:pt x="3524332" y="2007819"/>
                  <a:pt x="3525996" y="2014518"/>
                </a:cubicBezTo>
                <a:cubicBezTo>
                  <a:pt x="3518529" y="2020777"/>
                  <a:pt x="3529333" y="2045218"/>
                  <a:pt x="3514412" y="2043465"/>
                </a:cubicBezTo>
                <a:cubicBezTo>
                  <a:pt x="3516219" y="2052531"/>
                  <a:pt x="3522688" y="2057653"/>
                  <a:pt x="3512822" y="2055222"/>
                </a:cubicBezTo>
                <a:cubicBezTo>
                  <a:pt x="3513140" y="2058224"/>
                  <a:pt x="3512432" y="2060136"/>
                  <a:pt x="3511227" y="2061550"/>
                </a:cubicBezTo>
                <a:lnTo>
                  <a:pt x="3510645" y="2061975"/>
                </a:lnTo>
                <a:lnTo>
                  <a:pt x="3514907" y="2082129"/>
                </a:lnTo>
                <a:lnTo>
                  <a:pt x="3514347" y="2084880"/>
                </a:lnTo>
                <a:lnTo>
                  <a:pt x="3518565" y="2097919"/>
                </a:lnTo>
                <a:lnTo>
                  <a:pt x="3519976" y="2104707"/>
                </a:lnTo>
                <a:lnTo>
                  <a:pt x="3521958" y="2106519"/>
                </a:lnTo>
                <a:cubicBezTo>
                  <a:pt x="3523219" y="2108534"/>
                  <a:pt x="3523895" y="2111498"/>
                  <a:pt x="3523237" y="2116590"/>
                </a:cubicBezTo>
                <a:lnTo>
                  <a:pt x="3522786" y="2117790"/>
                </a:lnTo>
                <a:lnTo>
                  <a:pt x="3526064" y="2125947"/>
                </a:lnTo>
                <a:cubicBezTo>
                  <a:pt x="3527505" y="2128548"/>
                  <a:pt x="3529274" y="2130818"/>
                  <a:pt x="3531495" y="2132603"/>
                </a:cubicBezTo>
                <a:cubicBezTo>
                  <a:pt x="3522034" y="2161762"/>
                  <a:pt x="3533978" y="2187874"/>
                  <a:pt x="3533955" y="2218836"/>
                </a:cubicBezTo>
                <a:cubicBezTo>
                  <a:pt x="3517312" y="2233337"/>
                  <a:pt x="3542024" y="2285180"/>
                  <a:pt x="3559442" y="2291697"/>
                </a:cubicBezTo>
                <a:cubicBezTo>
                  <a:pt x="3544608" y="2292866"/>
                  <a:pt x="3567228" y="2330146"/>
                  <a:pt x="3568373" y="2340076"/>
                </a:cubicBezTo>
                <a:cubicBezTo>
                  <a:pt x="3568755" y="2343387"/>
                  <a:pt x="3566751" y="2343658"/>
                  <a:pt x="3560178" y="2338540"/>
                </a:cubicBezTo>
                <a:cubicBezTo>
                  <a:pt x="3562571" y="2349015"/>
                  <a:pt x="3555536" y="2360463"/>
                  <a:pt x="3548875" y="2354921"/>
                </a:cubicBezTo>
                <a:cubicBezTo>
                  <a:pt x="3564342" y="2386191"/>
                  <a:pt x="3553912" y="2434573"/>
                  <a:pt x="3562290" y="2470516"/>
                </a:cubicBezTo>
                <a:cubicBezTo>
                  <a:pt x="3548732" y="2491328"/>
                  <a:pt x="3561750" y="2479665"/>
                  <a:pt x="3560263" y="2500409"/>
                </a:cubicBezTo>
                <a:cubicBezTo>
                  <a:pt x="3573531" y="2493872"/>
                  <a:pt x="3554177" y="2525877"/>
                  <a:pt x="3569616" y="2525972"/>
                </a:cubicBezTo>
                <a:cubicBezTo>
                  <a:pt x="3568857" y="2529744"/>
                  <a:pt x="3567635" y="2533395"/>
                  <a:pt x="3566291" y="2537057"/>
                </a:cubicBezTo>
                <a:lnTo>
                  <a:pt x="3565595" y="2538979"/>
                </a:lnTo>
                <a:lnTo>
                  <a:pt x="3565471" y="2546483"/>
                </a:lnTo>
                <a:lnTo>
                  <a:pt x="3562111" y="2548822"/>
                </a:lnTo>
                <a:lnTo>
                  <a:pt x="3559542" y="2560277"/>
                </a:lnTo>
                <a:cubicBezTo>
                  <a:pt x="3559093" y="2564534"/>
                  <a:pt x="3559212" y="2569074"/>
                  <a:pt x="3560240" y="2574030"/>
                </a:cubicBezTo>
                <a:cubicBezTo>
                  <a:pt x="3567097" y="2585933"/>
                  <a:pt x="3560828" y="2605604"/>
                  <a:pt x="3562359" y="2622912"/>
                </a:cubicBezTo>
                <a:lnTo>
                  <a:pt x="3564740" y="2630748"/>
                </a:lnTo>
                <a:lnTo>
                  <a:pt x="3563214" y="2656947"/>
                </a:lnTo>
                <a:cubicBezTo>
                  <a:pt x="3563065" y="2664385"/>
                  <a:pt x="3563222" y="2672085"/>
                  <a:pt x="3563949" y="2680153"/>
                </a:cubicBezTo>
                <a:lnTo>
                  <a:pt x="3566383" y="2695058"/>
                </a:lnTo>
                <a:lnTo>
                  <a:pt x="3565385" y="2699075"/>
                </a:lnTo>
                <a:cubicBezTo>
                  <a:pt x="3565951" y="2705917"/>
                  <a:pt x="3570892" y="2714690"/>
                  <a:pt x="3565525" y="2714239"/>
                </a:cubicBezTo>
                <a:lnTo>
                  <a:pt x="3567847" y="2721812"/>
                </a:lnTo>
                <a:lnTo>
                  <a:pt x="3564077" y="2729693"/>
                </a:lnTo>
                <a:cubicBezTo>
                  <a:pt x="3563144" y="2730592"/>
                  <a:pt x="3562134" y="2731288"/>
                  <a:pt x="3561085" y="2731758"/>
                </a:cubicBezTo>
                <a:lnTo>
                  <a:pt x="3563149" y="2742418"/>
                </a:lnTo>
                <a:lnTo>
                  <a:pt x="3560661" y="2751437"/>
                </a:lnTo>
                <a:lnTo>
                  <a:pt x="3563126" y="2758989"/>
                </a:lnTo>
                <a:lnTo>
                  <a:pt x="3562876" y="2762207"/>
                </a:lnTo>
                <a:lnTo>
                  <a:pt x="3561866" y="2770236"/>
                </a:lnTo>
                <a:cubicBezTo>
                  <a:pt x="3561066" y="2774372"/>
                  <a:pt x="3560080" y="2779005"/>
                  <a:pt x="3559378" y="2784138"/>
                </a:cubicBezTo>
                <a:lnTo>
                  <a:pt x="3559178" y="2788436"/>
                </a:lnTo>
                <a:lnTo>
                  <a:pt x="3554648" y="2798068"/>
                </a:lnTo>
                <a:cubicBezTo>
                  <a:pt x="3551209" y="2805087"/>
                  <a:pt x="3548936" y="2810580"/>
                  <a:pt x="3551400" y="2816345"/>
                </a:cubicBezTo>
                <a:cubicBezTo>
                  <a:pt x="3547036" y="2826742"/>
                  <a:pt x="3533490" y="2834711"/>
                  <a:pt x="3538128" y="2849028"/>
                </a:cubicBezTo>
                <a:cubicBezTo>
                  <a:pt x="3531517" y="2845031"/>
                  <a:pt x="3538369" y="2865256"/>
                  <a:pt x="3532013" y="2868126"/>
                </a:cubicBezTo>
                <a:cubicBezTo>
                  <a:pt x="3526842" y="2869601"/>
                  <a:pt x="3527715" y="2876080"/>
                  <a:pt x="3526094" y="2881167"/>
                </a:cubicBezTo>
                <a:cubicBezTo>
                  <a:pt x="3520961" y="2885059"/>
                  <a:pt x="3517628" y="2910333"/>
                  <a:pt x="3518939" y="2918966"/>
                </a:cubicBezTo>
                <a:cubicBezTo>
                  <a:pt x="3525789" y="2943088"/>
                  <a:pt x="3505468" y="2964225"/>
                  <a:pt x="3510391" y="2983548"/>
                </a:cubicBezTo>
                <a:cubicBezTo>
                  <a:pt x="3510204" y="2988707"/>
                  <a:pt x="3509257" y="2993036"/>
                  <a:pt x="3507840" y="2996827"/>
                </a:cubicBezTo>
                <a:lnTo>
                  <a:pt x="3502741" y="3006379"/>
                </a:lnTo>
                <a:lnTo>
                  <a:pt x="3499028" y="3006971"/>
                </a:lnTo>
                <a:lnTo>
                  <a:pt x="3497157" y="3013976"/>
                </a:lnTo>
                <a:lnTo>
                  <a:pt x="3496053" y="3015450"/>
                </a:lnTo>
                <a:cubicBezTo>
                  <a:pt x="3493931" y="3018255"/>
                  <a:pt x="3491925" y="3021106"/>
                  <a:pt x="3490329" y="3024292"/>
                </a:cubicBezTo>
                <a:cubicBezTo>
                  <a:pt x="3504872" y="3031782"/>
                  <a:pt x="3479143" y="3052632"/>
                  <a:pt x="3493186" y="3052840"/>
                </a:cubicBezTo>
                <a:cubicBezTo>
                  <a:pt x="3486942" y="3071654"/>
                  <a:pt x="3501947" y="3066916"/>
                  <a:pt x="3484298" y="3080007"/>
                </a:cubicBezTo>
                <a:cubicBezTo>
                  <a:pt x="3483814" y="3117860"/>
                  <a:pt x="3462683" y="3158406"/>
                  <a:pt x="3469977" y="3195253"/>
                </a:cubicBezTo>
                <a:cubicBezTo>
                  <a:pt x="3464984" y="3186842"/>
                  <a:pt x="3455676" y="3194249"/>
                  <a:pt x="3455490" y="3205255"/>
                </a:cubicBezTo>
                <a:cubicBezTo>
                  <a:pt x="3435461" y="3173385"/>
                  <a:pt x="3464274" y="3257718"/>
                  <a:pt x="3445250" y="3249703"/>
                </a:cubicBezTo>
                <a:cubicBezTo>
                  <a:pt x="3460163" y="3264187"/>
                  <a:pt x="3471377" y="3324835"/>
                  <a:pt x="3452291" y="3330508"/>
                </a:cubicBezTo>
                <a:cubicBezTo>
                  <a:pt x="3445043" y="3359645"/>
                  <a:pt x="3450218" y="3389952"/>
                  <a:pt x="3434486" y="3412864"/>
                </a:cubicBezTo>
                <a:cubicBezTo>
                  <a:pt x="3436166" y="3415609"/>
                  <a:pt x="3437306" y="3418595"/>
                  <a:pt x="3438058" y="3421734"/>
                </a:cubicBezTo>
                <a:lnTo>
                  <a:pt x="3439245" y="3430986"/>
                </a:lnTo>
                <a:lnTo>
                  <a:pt x="3438541" y="3431897"/>
                </a:lnTo>
                <a:cubicBezTo>
                  <a:pt x="3436732" y="3436375"/>
                  <a:pt x="3436677" y="3439488"/>
                  <a:pt x="3437396" y="3441992"/>
                </a:cubicBezTo>
                <a:lnTo>
                  <a:pt x="3438843" y="3444647"/>
                </a:lnTo>
                <a:lnTo>
                  <a:pt x="3438591" y="3451712"/>
                </a:lnTo>
                <a:lnTo>
                  <a:pt x="3439527" y="3466008"/>
                </a:lnTo>
                <a:lnTo>
                  <a:pt x="3438357" y="3468331"/>
                </a:lnTo>
                <a:lnTo>
                  <a:pt x="3437674" y="3489343"/>
                </a:lnTo>
                <a:cubicBezTo>
                  <a:pt x="3437459" y="3489383"/>
                  <a:pt x="3437241" y="3489424"/>
                  <a:pt x="3437026" y="3489465"/>
                </a:cubicBezTo>
                <a:cubicBezTo>
                  <a:pt x="3435558" y="3490219"/>
                  <a:pt x="3434444" y="3491679"/>
                  <a:pt x="3434044" y="3494659"/>
                </a:cubicBezTo>
                <a:cubicBezTo>
                  <a:pt x="3425302" y="3487640"/>
                  <a:pt x="3430211" y="3495561"/>
                  <a:pt x="3429800" y="3504965"/>
                </a:cubicBezTo>
                <a:cubicBezTo>
                  <a:pt x="3416132" y="3496161"/>
                  <a:pt x="3420620" y="3524348"/>
                  <a:pt x="3412115" y="3526661"/>
                </a:cubicBezTo>
                <a:cubicBezTo>
                  <a:pt x="3412121" y="3533765"/>
                  <a:pt x="3411879" y="3541120"/>
                  <a:pt x="3411331" y="3548549"/>
                </a:cubicBezTo>
                <a:lnTo>
                  <a:pt x="3410824" y="3552872"/>
                </a:lnTo>
                <a:cubicBezTo>
                  <a:pt x="3410773" y="3552889"/>
                  <a:pt x="3410721" y="3552908"/>
                  <a:pt x="3410671" y="3552926"/>
                </a:cubicBezTo>
                <a:cubicBezTo>
                  <a:pt x="3410254" y="3553793"/>
                  <a:pt x="3409971" y="3555188"/>
                  <a:pt x="3409849" y="3557419"/>
                </a:cubicBezTo>
                <a:lnTo>
                  <a:pt x="3409902" y="3560756"/>
                </a:lnTo>
                <a:lnTo>
                  <a:pt x="3408918" y="3569144"/>
                </a:lnTo>
                <a:lnTo>
                  <a:pt x="3407623" y="3571810"/>
                </a:lnTo>
                <a:lnTo>
                  <a:pt x="3405729" y="3572549"/>
                </a:lnTo>
                <a:lnTo>
                  <a:pt x="3405835" y="3573359"/>
                </a:lnTo>
                <a:cubicBezTo>
                  <a:pt x="3408214" y="3579757"/>
                  <a:pt x="3412465" y="3582275"/>
                  <a:pt x="3399129" y="3587902"/>
                </a:cubicBezTo>
                <a:cubicBezTo>
                  <a:pt x="3402495" y="3602236"/>
                  <a:pt x="3394605" y="3603730"/>
                  <a:pt x="3389566" y="3621859"/>
                </a:cubicBezTo>
                <a:cubicBezTo>
                  <a:pt x="3393374" y="3630350"/>
                  <a:pt x="3390863" y="3636316"/>
                  <a:pt x="3386307" y="3641820"/>
                </a:cubicBezTo>
                <a:cubicBezTo>
                  <a:pt x="3386232" y="3660214"/>
                  <a:pt x="3378837" y="3675854"/>
                  <a:pt x="3374956" y="3695940"/>
                </a:cubicBezTo>
                <a:cubicBezTo>
                  <a:pt x="3378387" y="3718839"/>
                  <a:pt x="3365817" y="3728358"/>
                  <a:pt x="3361718" y="3749831"/>
                </a:cubicBezTo>
                <a:cubicBezTo>
                  <a:pt x="3370064" y="3770267"/>
                  <a:pt x="3350403" y="3763879"/>
                  <a:pt x="3344768" y="3774338"/>
                </a:cubicBezTo>
                <a:lnTo>
                  <a:pt x="3343985" y="3777418"/>
                </a:lnTo>
                <a:lnTo>
                  <a:pt x="3344520" y="3785849"/>
                </a:lnTo>
                <a:lnTo>
                  <a:pt x="3345162" y="3789023"/>
                </a:lnTo>
                <a:cubicBezTo>
                  <a:pt x="3345441" y="3791209"/>
                  <a:pt x="3345415" y="3792659"/>
                  <a:pt x="3345164" y="3793659"/>
                </a:cubicBezTo>
                <a:lnTo>
                  <a:pt x="3345024" y="3793774"/>
                </a:lnTo>
                <a:lnTo>
                  <a:pt x="3345300" y="3798119"/>
                </a:lnTo>
                <a:cubicBezTo>
                  <a:pt x="3346087" y="3805456"/>
                  <a:pt x="3347157" y="3812596"/>
                  <a:pt x="3348424" y="3819398"/>
                </a:cubicBezTo>
                <a:cubicBezTo>
                  <a:pt x="3340590" y="3825065"/>
                  <a:pt x="3349940" y="3850234"/>
                  <a:pt x="3335133" y="3847354"/>
                </a:cubicBezTo>
                <a:cubicBezTo>
                  <a:pt x="3336403" y="3856524"/>
                  <a:pt x="3342565" y="3862118"/>
                  <a:pt x="3332848" y="3858945"/>
                </a:cubicBezTo>
                <a:cubicBezTo>
                  <a:pt x="3332988" y="3861961"/>
                  <a:pt x="3332168" y="3863811"/>
                  <a:pt x="3330878" y="3865128"/>
                </a:cubicBezTo>
                <a:lnTo>
                  <a:pt x="3330273" y="3865510"/>
                </a:lnTo>
                <a:lnTo>
                  <a:pt x="3333337" y="3885908"/>
                </a:lnTo>
                <a:lnTo>
                  <a:pt x="3332616" y="3888608"/>
                </a:lnTo>
                <a:lnTo>
                  <a:pt x="3336057" y="3901916"/>
                </a:lnTo>
                <a:lnTo>
                  <a:pt x="3337066" y="3908785"/>
                </a:lnTo>
                <a:lnTo>
                  <a:pt x="3338940" y="3910739"/>
                </a:lnTo>
                <a:cubicBezTo>
                  <a:pt x="3340082" y="3912843"/>
                  <a:pt x="3340580" y="3915849"/>
                  <a:pt x="3339621" y="3920873"/>
                </a:cubicBezTo>
                <a:lnTo>
                  <a:pt x="3339102" y="3922032"/>
                </a:lnTo>
                <a:lnTo>
                  <a:pt x="3341891" y="3930408"/>
                </a:lnTo>
                <a:cubicBezTo>
                  <a:pt x="3343178" y="3933107"/>
                  <a:pt x="3344812" y="3935503"/>
                  <a:pt x="3346927" y="3937451"/>
                </a:cubicBezTo>
                <a:cubicBezTo>
                  <a:pt x="3335745" y="3965779"/>
                  <a:pt x="3346136" y="3992699"/>
                  <a:pt x="3344279" y="4023542"/>
                </a:cubicBezTo>
                <a:cubicBezTo>
                  <a:pt x="3347024" y="4058096"/>
                  <a:pt x="3350783" y="4081986"/>
                  <a:pt x="3351926" y="4104769"/>
                </a:cubicBezTo>
                <a:cubicBezTo>
                  <a:pt x="3353695" y="4115384"/>
                  <a:pt x="3359144" y="4193344"/>
                  <a:pt x="3352816" y="4187317"/>
                </a:cubicBezTo>
                <a:cubicBezTo>
                  <a:pt x="3366419" y="4219638"/>
                  <a:pt x="3351446" y="4239971"/>
                  <a:pt x="3357691" y="4276413"/>
                </a:cubicBezTo>
                <a:cubicBezTo>
                  <a:pt x="3342910" y="4296116"/>
                  <a:pt x="3356610" y="4285488"/>
                  <a:pt x="3353895" y="4306037"/>
                </a:cubicBezTo>
                <a:cubicBezTo>
                  <a:pt x="3367541" y="4300534"/>
                  <a:pt x="3346306" y="4330948"/>
                  <a:pt x="3361728" y="4332215"/>
                </a:cubicBezTo>
                <a:cubicBezTo>
                  <a:pt x="3360746" y="4335915"/>
                  <a:pt x="3359307" y="4339458"/>
                  <a:pt x="3357748" y="4343006"/>
                </a:cubicBezTo>
                <a:lnTo>
                  <a:pt x="3356941" y="4344866"/>
                </a:lnTo>
                <a:lnTo>
                  <a:pt x="3356370" y="4352332"/>
                </a:lnTo>
                <a:lnTo>
                  <a:pt x="3352876" y="4354407"/>
                </a:lnTo>
                <a:lnTo>
                  <a:pt x="3352683" y="4444689"/>
                </a:lnTo>
                <a:cubicBezTo>
                  <a:pt x="3355485" y="4452425"/>
                  <a:pt x="3356736" y="4477980"/>
                  <a:pt x="3352455" y="4483791"/>
                </a:cubicBezTo>
                <a:cubicBezTo>
                  <a:pt x="3351784" y="4489320"/>
                  <a:pt x="3353780" y="4495171"/>
                  <a:pt x="3349030" y="4498683"/>
                </a:cubicBezTo>
                <a:cubicBezTo>
                  <a:pt x="3346858" y="4510741"/>
                  <a:pt x="3341860" y="4538358"/>
                  <a:pt x="3339427" y="4556140"/>
                </a:cubicBezTo>
                <a:cubicBezTo>
                  <a:pt x="3342836" y="4560659"/>
                  <a:pt x="3341611" y="4566842"/>
                  <a:pt x="3339521" y="4574959"/>
                </a:cubicBezTo>
                <a:lnTo>
                  <a:pt x="3338246" y="4582576"/>
                </a:lnTo>
                <a:lnTo>
                  <a:pt x="3348539" y="4605460"/>
                </a:lnTo>
                <a:lnTo>
                  <a:pt x="3345760" y="4678575"/>
                </a:lnTo>
                <a:lnTo>
                  <a:pt x="3356250" y="4713574"/>
                </a:lnTo>
                <a:cubicBezTo>
                  <a:pt x="3358600" y="4727943"/>
                  <a:pt x="3359577" y="4741820"/>
                  <a:pt x="3361380" y="4755215"/>
                </a:cubicBezTo>
                <a:cubicBezTo>
                  <a:pt x="3363928" y="4785596"/>
                  <a:pt x="3347531" y="4766123"/>
                  <a:pt x="3361636" y="4803525"/>
                </a:cubicBezTo>
                <a:cubicBezTo>
                  <a:pt x="3356254" y="4807867"/>
                  <a:pt x="3356117" y="4812705"/>
                  <a:pt x="3358957" y="4820729"/>
                </a:cubicBezTo>
                <a:cubicBezTo>
                  <a:pt x="3359783" y="4835507"/>
                  <a:pt x="3345952" y="4834947"/>
                  <a:pt x="3354635" y="4849546"/>
                </a:cubicBezTo>
                <a:cubicBezTo>
                  <a:pt x="3350894" y="4848362"/>
                  <a:pt x="3350351" y="4855411"/>
                  <a:pt x="3349759" y="4861941"/>
                </a:cubicBezTo>
                <a:lnTo>
                  <a:pt x="3347368" y="4866228"/>
                </a:lnTo>
                <a:lnTo>
                  <a:pt x="3358408" y="4889535"/>
                </a:lnTo>
                <a:cubicBezTo>
                  <a:pt x="3373705" y="4931282"/>
                  <a:pt x="3382233" y="4982216"/>
                  <a:pt x="3393319" y="5017998"/>
                </a:cubicBezTo>
                <a:cubicBezTo>
                  <a:pt x="3368256" y="5040241"/>
                  <a:pt x="3392200" y="5029364"/>
                  <a:pt x="3389184" y="5055049"/>
                </a:cubicBezTo>
                <a:cubicBezTo>
                  <a:pt x="3413510" y="5050695"/>
                  <a:pt x="3377700" y="5085342"/>
                  <a:pt x="3405892" y="5089973"/>
                </a:cubicBezTo>
                <a:cubicBezTo>
                  <a:pt x="3404451" y="5094499"/>
                  <a:pt x="3402165" y="5098741"/>
                  <a:pt x="3399662" y="5102960"/>
                </a:cubicBezTo>
                <a:lnTo>
                  <a:pt x="3398363" y="5105176"/>
                </a:lnTo>
                <a:lnTo>
                  <a:pt x="3398026" y="5114590"/>
                </a:lnTo>
                <a:lnTo>
                  <a:pt x="3391859" y="5116550"/>
                </a:lnTo>
                <a:lnTo>
                  <a:pt x="3386999" y="5130226"/>
                </a:lnTo>
                <a:cubicBezTo>
                  <a:pt x="3386119" y="5135455"/>
                  <a:pt x="3386267" y="5141205"/>
                  <a:pt x="3388073" y="5147747"/>
                </a:cubicBezTo>
                <a:cubicBezTo>
                  <a:pt x="3400425" y="5164741"/>
                  <a:pt x="3388688" y="5187675"/>
                  <a:pt x="3391234" y="5209919"/>
                </a:cubicBezTo>
                <a:lnTo>
                  <a:pt x="3395469" y="5220481"/>
                </a:lnTo>
                <a:lnTo>
                  <a:pt x="3392518" y="5250830"/>
                </a:lnTo>
                <a:lnTo>
                  <a:pt x="3393800" y="5252877"/>
                </a:lnTo>
                <a:cubicBezTo>
                  <a:pt x="3393941" y="5258188"/>
                  <a:pt x="3392357" y="5268832"/>
                  <a:pt x="3393361" y="5282697"/>
                </a:cubicBezTo>
                <a:lnTo>
                  <a:pt x="3399825" y="5336059"/>
                </a:lnTo>
                <a:lnTo>
                  <a:pt x="3392824" y="5344884"/>
                </a:lnTo>
                <a:lnTo>
                  <a:pt x="3389277" y="5345998"/>
                </a:lnTo>
                <a:lnTo>
                  <a:pt x="3390946" y="5360636"/>
                </a:lnTo>
                <a:lnTo>
                  <a:pt x="3386366" y="5371486"/>
                </a:lnTo>
                <a:lnTo>
                  <a:pt x="3390662" y="5381496"/>
                </a:lnTo>
                <a:lnTo>
                  <a:pt x="3388199" y="5395290"/>
                </a:lnTo>
                <a:cubicBezTo>
                  <a:pt x="3386677" y="5400263"/>
                  <a:pt x="3384810" y="5405812"/>
                  <a:pt x="3383455" y="5412069"/>
                </a:cubicBezTo>
                <a:lnTo>
                  <a:pt x="3376345" y="5426008"/>
                </a:lnTo>
                <a:lnTo>
                  <a:pt x="3374012" y="5448470"/>
                </a:lnTo>
                <a:cubicBezTo>
                  <a:pt x="3372358" y="5465848"/>
                  <a:pt x="3370199" y="5482458"/>
                  <a:pt x="3365299" y="5498771"/>
                </a:cubicBezTo>
                <a:cubicBezTo>
                  <a:pt x="3368242" y="5512292"/>
                  <a:pt x="3368289" y="5524931"/>
                  <a:pt x="3358774" y="5536815"/>
                </a:cubicBezTo>
                <a:cubicBezTo>
                  <a:pt x="3355554" y="5573082"/>
                  <a:pt x="3364982" y="5582256"/>
                  <a:pt x="3352897" y="5604851"/>
                </a:cubicBezTo>
                <a:cubicBezTo>
                  <a:pt x="3357655" y="5611851"/>
                  <a:pt x="3360065" y="5616619"/>
                  <a:pt x="3360918" y="5620215"/>
                </a:cubicBezTo>
                <a:cubicBezTo>
                  <a:pt x="3363482" y="5631010"/>
                  <a:pt x="3352061" y="5631235"/>
                  <a:pt x="3348145" y="5649365"/>
                </a:cubicBezTo>
                <a:cubicBezTo>
                  <a:pt x="3342329" y="5668683"/>
                  <a:pt x="3336842" y="5635583"/>
                  <a:pt x="3334135" y="5654076"/>
                </a:cubicBezTo>
                <a:cubicBezTo>
                  <a:pt x="3338089" y="5673079"/>
                  <a:pt x="3320876" y="5674673"/>
                  <a:pt x="3326011" y="5694285"/>
                </a:cubicBezTo>
                <a:cubicBezTo>
                  <a:pt x="3339441" y="5687377"/>
                  <a:pt x="3320185" y="5735320"/>
                  <a:pt x="3331448" y="5735077"/>
                </a:cubicBezTo>
                <a:cubicBezTo>
                  <a:pt x="3313758" y="5754960"/>
                  <a:pt x="3333086" y="5760823"/>
                  <a:pt x="3326180" y="5784860"/>
                </a:cubicBezTo>
                <a:cubicBezTo>
                  <a:pt x="3319129" y="5796737"/>
                  <a:pt x="3317432" y="5804806"/>
                  <a:pt x="3323175" y="5814629"/>
                </a:cubicBezTo>
                <a:cubicBezTo>
                  <a:pt x="3289103" y="5869565"/>
                  <a:pt x="3319352" y="5845410"/>
                  <a:pt x="3303983" y="5894405"/>
                </a:cubicBezTo>
                <a:lnTo>
                  <a:pt x="3302615" y="5898375"/>
                </a:lnTo>
                <a:lnTo>
                  <a:pt x="3305988" y="5914019"/>
                </a:lnTo>
                <a:cubicBezTo>
                  <a:pt x="3306566" y="5914416"/>
                  <a:pt x="3307142" y="5914813"/>
                  <a:pt x="3307720" y="5915209"/>
                </a:cubicBezTo>
                <a:lnTo>
                  <a:pt x="3288942" y="5962966"/>
                </a:lnTo>
                <a:lnTo>
                  <a:pt x="3289995" y="5969791"/>
                </a:lnTo>
                <a:lnTo>
                  <a:pt x="3273219" y="6000303"/>
                </a:lnTo>
                <a:lnTo>
                  <a:pt x="3266971" y="6016394"/>
                </a:lnTo>
                <a:lnTo>
                  <a:pt x="3258268" y="6034498"/>
                </a:lnTo>
                <a:lnTo>
                  <a:pt x="3262376" y="6046147"/>
                </a:lnTo>
                <a:cubicBezTo>
                  <a:pt x="3269023" y="6073717"/>
                  <a:pt x="3250846" y="6118951"/>
                  <a:pt x="3274161" y="6127097"/>
                </a:cubicBezTo>
                <a:cubicBezTo>
                  <a:pt x="3261055" y="6140796"/>
                  <a:pt x="3284255" y="6151240"/>
                  <a:pt x="3287116" y="6165061"/>
                </a:cubicBezTo>
                <a:cubicBezTo>
                  <a:pt x="3278972" y="6176795"/>
                  <a:pt x="3286959" y="6181809"/>
                  <a:pt x="3289289" y="6191816"/>
                </a:cubicBezTo>
                <a:cubicBezTo>
                  <a:pt x="3284123" y="6196765"/>
                  <a:pt x="3284941" y="6205311"/>
                  <a:pt x="3291517" y="6207797"/>
                </a:cubicBezTo>
                <a:cubicBezTo>
                  <a:pt x="3306003" y="6202672"/>
                  <a:pt x="3300501" y="6232914"/>
                  <a:pt x="3310808" y="6234442"/>
                </a:cubicBezTo>
                <a:cubicBezTo>
                  <a:pt x="3314005" y="6251566"/>
                  <a:pt x="3305763" y="6327405"/>
                  <a:pt x="3322832" y="6339012"/>
                </a:cubicBezTo>
                <a:cubicBezTo>
                  <a:pt x="3332735" y="6373401"/>
                  <a:pt x="3309981" y="6425589"/>
                  <a:pt x="3311360" y="6440393"/>
                </a:cubicBezTo>
                <a:cubicBezTo>
                  <a:pt x="3282540" y="6457108"/>
                  <a:pt x="3365374" y="6523495"/>
                  <a:pt x="3370963" y="6586374"/>
                </a:cubicBezTo>
                <a:cubicBezTo>
                  <a:pt x="3368621" y="6595055"/>
                  <a:pt x="3368943" y="6599590"/>
                  <a:pt x="3375863" y="6601412"/>
                </a:cubicBezTo>
                <a:cubicBezTo>
                  <a:pt x="3380798" y="6617525"/>
                  <a:pt x="3389212" y="6649404"/>
                  <a:pt x="3400578" y="6683057"/>
                </a:cubicBezTo>
                <a:cubicBezTo>
                  <a:pt x="3408645" y="6705148"/>
                  <a:pt x="3410628" y="6805370"/>
                  <a:pt x="3417831" y="6852700"/>
                </a:cubicBezTo>
                <a:lnTo>
                  <a:pt x="341892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nl-NL" sz="3100">
                <a:solidFill>
                  <a:srgbClr val="FFFFFF"/>
                </a:solidFill>
              </a:rPr>
              <a:t>Gebruikte Technologie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4E6CE5-B61B-BE0B-784D-FC3E3C97D1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4769993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nl-NL" sz="3100">
                <a:solidFill>
                  <a:srgbClr val="FFFFFF"/>
                </a:solidFill>
              </a:rPr>
              <a:t>Wat is een WebSocket?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32AE8C-2AD1-E26E-D827-F1463DEA97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4475047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nl-NL" sz="3100">
                <a:solidFill>
                  <a:srgbClr val="FFFFFF"/>
                </a:solidFill>
              </a:rPr>
              <a:t>Hoe werkt een WebSocket?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5C0FA2-DC6D-3735-8233-07EB5D92AB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7625968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nl-NL" sz="3100">
                <a:solidFill>
                  <a:srgbClr val="FFFFFF"/>
                </a:solidFill>
              </a:rPr>
              <a:t>5-Layer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DF4804-A388-3EC5-86B4-5431FD029F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8935055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nl-NL" sz="3700">
                <a:solidFill>
                  <a:srgbClr val="FFFFFF"/>
                </a:solidFill>
              </a:rPr>
              <a:t>Live Bluetooth Scan 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62100F-48F3-2C49-30A4-305D194EA2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6415064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nl-NL">
                <a:solidFill>
                  <a:srgbClr val="FFFFFF"/>
                </a:solidFill>
              </a:rPr>
              <a:t>Hourly Counter Flow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D84909D-D52C-2CEE-F318-63EA6BABBC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493455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nl-NL" sz="2400">
                <a:solidFill>
                  <a:srgbClr val="FFFFFF"/>
                </a:solidFill>
              </a:rPr>
              <a:t>Security Implementatie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603268-2B29-2FD4-12ED-926987C491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4343892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nl-NL" sz="4100">
                <a:solidFill>
                  <a:srgbClr val="FFFFFF"/>
                </a:solidFill>
              </a:rPr>
              <a:t>Conclusie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33A9E6-1070-BB95-D7F0-072433F3AD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0627325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237</Words>
  <Application>Microsoft Office PowerPoint</Application>
  <PresentationFormat>Diavoorstelling (4:3)</PresentationFormat>
  <Paragraphs>50</Paragraphs>
  <Slides>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Smart-IoT-Gateway-Scan Modernisering</vt:lpstr>
      <vt:lpstr>Gebruikte Technologie</vt:lpstr>
      <vt:lpstr>Wat is een WebSocket?</vt:lpstr>
      <vt:lpstr>Hoe werkt een WebSocket?</vt:lpstr>
      <vt:lpstr>5-Layer Architecture</vt:lpstr>
      <vt:lpstr>Live Bluetooth Scan Flow</vt:lpstr>
      <vt:lpstr>Hourly Counter Flow</vt:lpstr>
      <vt:lpstr>Security Implementatie</vt:lpstr>
      <vt:lpstr>Conclusie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debeer360</dc:creator>
  <cp:keywords/>
  <dc:description>generated using python-pptx</dc:description>
  <cp:lastModifiedBy>Berend Romijn</cp:lastModifiedBy>
  <cp:revision>2</cp:revision>
  <dcterms:created xsi:type="dcterms:W3CDTF">2013-01-27T09:14:16Z</dcterms:created>
  <dcterms:modified xsi:type="dcterms:W3CDTF">2026-02-19T11:52:47Z</dcterms:modified>
  <cp:category/>
</cp:coreProperties>
</file>